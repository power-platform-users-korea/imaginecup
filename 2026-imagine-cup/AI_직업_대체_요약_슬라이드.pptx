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4"/>
  </p:sldMasterIdLst>
  <p:notesMasterIdLst>
    <p:notesMasterId r:id="rId16"/>
  </p:notesMasterIdLst>
  <p:handoutMasterIdLst>
    <p:handoutMasterId r:id="rId17"/>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Lst>
  <p:sldSz cx="12192000" cy="6858000"/>
  <p:notesSz cx="6858000" cy="9144000"/>
  <p:defaultTextStyle>
    <a:defPPr rtl="0">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가 일부 직업을 더 빠르게 대체하는 이유" id="{31E0B6E7-8C3E-4371-A926-488D4FAF92DE}">
          <p14:sldIdLst>
            <p14:sldId id="2561"/>
          </p14:sldIdLst>
        </p14:section>
        <p14:section name="AI 도입 속도에 영향을 미치는 산업별 데이터 특성" id="{0EBCEB2B-F013-4639-927D-8E84E6039DDB}">
          <p14:sldIdLst>
            <p14:sldId id="2562"/>
            <p14:sldId id="2563"/>
          </p14:sldIdLst>
        </p14:section>
        <p14:section name="AI가 빠르게 대체하는 직업들" id="{C93138FA-05F8-4316-9822-4A2E678DEB50}">
          <p14:sldIdLst>
            <p14:sldId id="2564"/>
            <p14:sldId id="2565"/>
          </p14:sldIdLst>
        </p14:section>
        <p14:section name="AI 도입이 느린 산업의 특징" id="{FA2703BE-46E0-4E8A-B682-E5AAFCEB628A}">
          <p14:sldIdLst>
            <p14:sldId id="2566"/>
            <p14:sldId id="2567"/>
          </p14:sldIdLst>
        </p14:section>
        <p14:section name="경제적 영향과 일자리 변화" id="{AE30F205-B4F8-49AA-9D36-B670CD3CAB02}">
          <p14:sldIdLst>
            <p14:sldId id="2568"/>
            <p14:sldId id="2569"/>
          </p14:sldIdLst>
        </p14:section>
        <p14:section name="구직자를 위한 전략적 조언" id="{D7D49700-DCBB-414F-826A-75A3DE1BDE7A}">
          <p14:sldIdLst>
            <p14:sldId id="2570"/>
            <p14:sldId id="25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9941987A-41B7-49AC-EE6E-03F2D0BD95BA}" name="Daria Naidenov" initials="DN" userId="S::danaidenov@microsoft.com::ab38ab5f-bdf0-4774-ae5a-d2782abb2027" providerId="AD"/>
  <p188:author id="{05079B93-9652-6626-7181-414354FAD15D}" name="Sher Dionisio" initials="SD" userId="Sher Dionisio" providerId="None"/>
  <p188:author id="{8168F4C2-6FA5-8634-E20F-B56538A88D7A}" name="Sherielyn Dionisio (ALLEGIS GROUP HOLDINGS INC)" initials="SI" userId="S::v-shdionisio@microsoft.com::123d4478-1eef-449e-9930-a1816bf260f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C172F8-8517-4602-9F5B-6F0FAAC92EDD}" v="11" dt="2025-11-07T17:47:07.651"/>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21" autoAdjust="0"/>
    <p:restoredTop sz="94673"/>
  </p:normalViewPr>
  <p:slideViewPr>
    <p:cSldViewPr snapToGrid="0">
      <p:cViewPr varScale="1">
        <p:scale>
          <a:sx n="106" d="100"/>
          <a:sy n="106" d="100"/>
        </p:scale>
        <p:origin x="582" y="96"/>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0EC172F8-8517-4602-9F5B-6F0FAAC92EDD}"/>
    <pc:docChg chg="addSld delSld modSld addSection">
      <pc:chgData name="" userId="" providerId="" clId="Web-{0EC172F8-8517-4602-9F5B-6F0FAAC92EDD}" dt="2025-11-07T17:47:07.651" v="11" actId="34807"/>
      <pc:docMkLst>
        <pc:docMk/>
      </pc:docMkLst>
      <pc:sldChg chg="del">
        <pc:chgData name="" userId="" providerId="" clId="Web-{0EC172F8-8517-4602-9F5B-6F0FAAC92EDD}" dt="2025-11-07T17:47:07.276" v="0" actId="34807"/>
        <pc:sldMkLst>
          <pc:docMk/>
          <pc:sldMk cId="2046427649" sldId="256"/>
        </pc:sldMkLst>
      </pc:sldChg>
      <pc:sldChg chg="modSp add mod modClrScheme addAnim chgLayout">
        <pc:chgData name="" userId="" providerId="" clId="Web-{0EC172F8-8517-4602-9F5B-6F0FAAC92EDD}" dt="2025-11-07T17:47:07.635" v="2" actId="34807"/>
        <pc:sldMkLst>
          <pc:docMk/>
          <pc:sldMk cId="4192932493" sldId="2561"/>
        </pc:sldMkLst>
        <pc:spChg chg="mod">
          <ac:chgData name="" userId="" providerId="" clId="Web-{0EC172F8-8517-4602-9F5B-6F0FAAC92EDD}" dt="2025-11-07T17:47:07.635" v="1" actId="34807"/>
          <ac:spMkLst>
            <pc:docMk/>
            <pc:sldMk cId="4192932493" sldId="2561"/>
            <ac:spMk id="2" creationId="{059C12CC-E03C-1876-E49D-9C94DDE889B6}"/>
          </ac:spMkLst>
        </pc:spChg>
        <pc:spChg chg="mod">
          <ac:chgData name="" userId="" providerId="" clId="Web-{0EC172F8-8517-4602-9F5B-6F0FAAC92EDD}" dt="2025-11-07T17:47:07.635" v="1" actId="34807"/>
          <ac:spMkLst>
            <pc:docMk/>
            <pc:sldMk cId="4192932493" sldId="2561"/>
            <ac:spMk id="3" creationId="{F155BE07-0E0C-B22B-4BFC-26955E6C5ACA}"/>
          </ac:spMkLst>
        </pc:spChg>
        <pc:spChg chg="mod">
          <ac:chgData name="" userId="" providerId="" clId="Web-{0EC172F8-8517-4602-9F5B-6F0FAAC92EDD}" dt="2025-11-07T17:47:07.635" v="1" actId="34807"/>
          <ac:spMkLst>
            <pc:docMk/>
            <pc:sldMk cId="4192932493" sldId="2561"/>
            <ac:spMk id="4" creationId="{4BEDF199-5920-3DE9-E274-BD8D61AD2A20}"/>
          </ac:spMkLst>
        </pc:spChg>
        <pc:spChg chg="mod">
          <ac:chgData name="" userId="" providerId="" clId="Web-{0EC172F8-8517-4602-9F5B-6F0FAAC92EDD}" dt="2025-11-07T17:47:07.635" v="1" actId="34807"/>
          <ac:spMkLst>
            <pc:docMk/>
            <pc:sldMk cId="4192932493" sldId="2561"/>
            <ac:spMk id="5" creationId="{4EA52403-82B3-8ACB-B5B9-DA65337B4155}"/>
          </ac:spMkLst>
        </pc:spChg>
        <pc:spChg chg="mod">
          <ac:chgData name="" userId="" providerId="" clId="Web-{0EC172F8-8517-4602-9F5B-6F0FAAC92EDD}" dt="2025-11-07T17:47:07.635" v="1" actId="34807"/>
          <ac:spMkLst>
            <pc:docMk/>
            <pc:sldMk cId="4192932493" sldId="2561"/>
            <ac:spMk id="6" creationId="{C60E2F65-8268-098B-4E38-F9B49DF3484B}"/>
          </ac:spMkLst>
        </pc:spChg>
        <pc:picChg chg="mod">
          <ac:chgData name="" userId="" providerId="" clId="Web-{0EC172F8-8517-4602-9F5B-6F0FAAC92EDD}" dt="2025-11-07T17:47:07.635" v="1" actId="34807"/>
          <ac:picMkLst>
            <pc:docMk/>
            <pc:sldMk cId="4192932493" sldId="2561"/>
            <ac:picMk id="8" creationId="{EF69DBD0-31BB-448C-A60C-D77BBBEC1DF5}"/>
          </ac:picMkLst>
        </pc:picChg>
      </pc:sldChg>
      <pc:sldChg chg="modSp add mod modTransition addAnim chgLayout">
        <pc:chgData name="" userId="" providerId="" clId="Web-{0EC172F8-8517-4602-9F5B-6F0FAAC92EDD}" dt="2025-11-07T17:47:07.635" v="3" actId="34807"/>
        <pc:sldMkLst>
          <pc:docMk/>
          <pc:sldMk cId="2205889926" sldId="2562"/>
        </pc:sldMkLst>
        <pc:spChg chg="mod">
          <ac:chgData name="" userId="" providerId="" clId="Web-{0EC172F8-8517-4602-9F5B-6F0FAAC92EDD}" dt="2025-11-07T17:47:07.635" v="1" actId="34807"/>
          <ac:spMkLst>
            <pc:docMk/>
            <pc:sldMk cId="2205889926" sldId="2562"/>
            <ac:spMk id="2" creationId="{E8153B56-90B1-86FB-E694-CBA9305731B3}"/>
          </ac:spMkLst>
        </pc:spChg>
        <pc:spChg chg="mod">
          <ac:chgData name="" userId="" providerId="" clId="Web-{0EC172F8-8517-4602-9F5B-6F0FAAC92EDD}" dt="2025-11-07T17:47:07.635" v="1" actId="34807"/>
          <ac:spMkLst>
            <pc:docMk/>
            <pc:sldMk cId="2205889926" sldId="2562"/>
            <ac:spMk id="4" creationId="{14983206-6A2E-4B61-6A27-B44F1E3958C2}"/>
          </ac:spMkLst>
        </pc:spChg>
        <pc:spChg chg="mod">
          <ac:chgData name="" userId="" providerId="" clId="Web-{0EC172F8-8517-4602-9F5B-6F0FAAC92EDD}" dt="2025-11-07T17:47:07.635" v="1" actId="34807"/>
          <ac:spMkLst>
            <pc:docMk/>
            <pc:sldMk cId="2205889926" sldId="2562"/>
            <ac:spMk id="5" creationId="{BAF7B0DA-C0B2-BCF5-A3BA-E6002E651081}"/>
          </ac:spMkLst>
        </pc:spChg>
        <pc:spChg chg="mod">
          <ac:chgData name="" userId="" providerId="" clId="Web-{0EC172F8-8517-4602-9F5B-6F0FAAC92EDD}" dt="2025-11-07T17:47:07.635" v="1" actId="34807"/>
          <ac:spMkLst>
            <pc:docMk/>
            <pc:sldMk cId="2205889926" sldId="2562"/>
            <ac:spMk id="6" creationId="{741B2720-52DF-12D5-FB1A-0CA8007CEE5F}"/>
          </ac:spMkLst>
        </pc:spChg>
      </pc:sldChg>
      <pc:sldChg chg="modSp add mod modTransition addAnim chgLayout">
        <pc:chgData name="" userId="" providerId="" clId="Web-{0EC172F8-8517-4602-9F5B-6F0FAAC92EDD}" dt="2025-11-07T17:47:07.635" v="4" actId="34807"/>
        <pc:sldMkLst>
          <pc:docMk/>
          <pc:sldMk cId="613917371" sldId="2563"/>
        </pc:sldMkLst>
        <pc:spChg chg="mod">
          <ac:chgData name="" userId="" providerId="" clId="Web-{0EC172F8-8517-4602-9F5B-6F0FAAC92EDD}" dt="2025-11-07T17:47:07.635" v="1" actId="34807"/>
          <ac:spMkLst>
            <pc:docMk/>
            <pc:sldMk cId="613917371" sldId="2563"/>
            <ac:spMk id="2" creationId="{ED2C7C2B-CEB4-3A94-85EF-690B5DCD1DCD}"/>
          </ac:spMkLst>
        </pc:spChg>
        <pc:spChg chg="mod">
          <ac:chgData name="" userId="" providerId="" clId="Web-{0EC172F8-8517-4602-9F5B-6F0FAAC92EDD}" dt="2025-11-07T17:47:07.635" v="1" actId="34807"/>
          <ac:spMkLst>
            <pc:docMk/>
            <pc:sldMk cId="613917371" sldId="2563"/>
            <ac:spMk id="3" creationId="{117B4F0C-6E46-FE0D-42FC-FBEB47DA78C1}"/>
          </ac:spMkLst>
        </pc:spChg>
        <pc:spChg chg="mod">
          <ac:chgData name="" userId="" providerId="" clId="Web-{0EC172F8-8517-4602-9F5B-6F0FAAC92EDD}" dt="2025-11-07T17:47:07.635" v="1" actId="34807"/>
          <ac:spMkLst>
            <pc:docMk/>
            <pc:sldMk cId="613917371" sldId="2563"/>
            <ac:spMk id="4" creationId="{83F90CBE-2873-442D-8637-5E8BA2892AEC}"/>
          </ac:spMkLst>
        </pc:spChg>
        <pc:spChg chg="mod">
          <ac:chgData name="" userId="" providerId="" clId="Web-{0EC172F8-8517-4602-9F5B-6F0FAAC92EDD}" dt="2025-11-07T17:47:07.635" v="1" actId="34807"/>
          <ac:spMkLst>
            <pc:docMk/>
            <pc:sldMk cId="613917371" sldId="2563"/>
            <ac:spMk id="5" creationId="{AA63E98C-4FC1-7EF7-C56A-7C21DACA43EC}"/>
          </ac:spMkLst>
        </pc:spChg>
        <pc:spChg chg="mod">
          <ac:chgData name="" userId="" providerId="" clId="Web-{0EC172F8-8517-4602-9F5B-6F0FAAC92EDD}" dt="2025-11-07T17:47:07.635" v="1" actId="34807"/>
          <ac:spMkLst>
            <pc:docMk/>
            <pc:sldMk cId="613917371" sldId="2563"/>
            <ac:spMk id="7" creationId="{849C4441-021F-A75A-A3FF-82CB492BA6F1}"/>
          </ac:spMkLst>
        </pc:spChg>
        <pc:picChg chg="mod">
          <ac:chgData name="" userId="" providerId="" clId="Web-{0EC172F8-8517-4602-9F5B-6F0FAAC92EDD}" dt="2025-11-07T17:47:07.635" v="1" actId="34807"/>
          <ac:picMkLst>
            <pc:docMk/>
            <pc:sldMk cId="613917371" sldId="2563"/>
            <ac:picMk id="8" creationId="{1526E310-323B-40D4-BD78-D997FBD45974}"/>
          </ac:picMkLst>
        </pc:picChg>
      </pc:sldChg>
      <pc:sldChg chg="modSp add mod modTransition addAnim chgLayout">
        <pc:chgData name="" userId="" providerId="" clId="Web-{0EC172F8-8517-4602-9F5B-6F0FAAC92EDD}" dt="2025-11-07T17:47:07.635" v="5" actId="34807"/>
        <pc:sldMkLst>
          <pc:docMk/>
          <pc:sldMk cId="3994026131" sldId="2564"/>
        </pc:sldMkLst>
        <pc:spChg chg="mod">
          <ac:chgData name="" userId="" providerId="" clId="Web-{0EC172F8-8517-4602-9F5B-6F0FAAC92EDD}" dt="2025-11-07T17:47:07.635" v="1" actId="34807"/>
          <ac:spMkLst>
            <pc:docMk/>
            <pc:sldMk cId="3994026131" sldId="2564"/>
            <ac:spMk id="2" creationId="{24A77D85-4F39-83FB-42FF-DC6ADDA627CF}"/>
          </ac:spMkLst>
        </pc:spChg>
        <pc:spChg chg="mod">
          <ac:chgData name="" userId="" providerId="" clId="Web-{0EC172F8-8517-4602-9F5B-6F0FAAC92EDD}" dt="2025-11-07T17:47:07.635" v="1" actId="34807"/>
          <ac:spMkLst>
            <pc:docMk/>
            <pc:sldMk cId="3994026131" sldId="2564"/>
            <ac:spMk id="4" creationId="{7CF21C6E-B370-2788-CD05-E8DCBCA92A73}"/>
          </ac:spMkLst>
        </pc:spChg>
        <pc:spChg chg="mod">
          <ac:chgData name="" userId="" providerId="" clId="Web-{0EC172F8-8517-4602-9F5B-6F0FAAC92EDD}" dt="2025-11-07T17:47:07.635" v="1" actId="34807"/>
          <ac:spMkLst>
            <pc:docMk/>
            <pc:sldMk cId="3994026131" sldId="2564"/>
            <ac:spMk id="5" creationId="{00AED09B-9323-CC89-2F73-BF734224B846}"/>
          </ac:spMkLst>
        </pc:spChg>
        <pc:spChg chg="mod">
          <ac:chgData name="" userId="" providerId="" clId="Web-{0EC172F8-8517-4602-9F5B-6F0FAAC92EDD}" dt="2025-11-07T17:47:07.635" v="1" actId="34807"/>
          <ac:spMkLst>
            <pc:docMk/>
            <pc:sldMk cId="3994026131" sldId="2564"/>
            <ac:spMk id="6" creationId="{53A41C01-ACBB-09BB-D146-1B06C579EDA9}"/>
          </ac:spMkLst>
        </pc:spChg>
      </pc:sldChg>
      <pc:sldChg chg="modSp add mod modTransition">
        <pc:chgData name="" userId="" providerId="" clId="Web-{0EC172F8-8517-4602-9F5B-6F0FAAC92EDD}" dt="2025-11-07T17:47:07.635" v="1" actId="34807"/>
        <pc:sldMkLst>
          <pc:docMk/>
          <pc:sldMk cId="3742985770" sldId="2565"/>
        </pc:sldMkLst>
        <pc:spChg chg="mod">
          <ac:chgData name="" userId="" providerId="" clId="Web-{0EC172F8-8517-4602-9F5B-6F0FAAC92EDD}" dt="2025-11-07T17:47:07.635" v="1" actId="34807"/>
          <ac:spMkLst>
            <pc:docMk/>
            <pc:sldMk cId="3742985770" sldId="2565"/>
            <ac:spMk id="2" creationId="{1A11732C-CA79-A125-5133-222B4C436A88}"/>
          </ac:spMkLst>
        </pc:spChg>
        <pc:spChg chg="mod">
          <ac:chgData name="" userId="" providerId="" clId="Web-{0EC172F8-8517-4602-9F5B-6F0FAAC92EDD}" dt="2025-11-07T17:47:07.635" v="1" actId="34807"/>
          <ac:spMkLst>
            <pc:docMk/>
            <pc:sldMk cId="3742985770" sldId="2565"/>
            <ac:spMk id="3" creationId="{5960948C-06A0-F149-F480-D4117D161D35}"/>
          </ac:spMkLst>
        </pc:spChg>
        <pc:spChg chg="mod">
          <ac:chgData name="" userId="" providerId="" clId="Web-{0EC172F8-8517-4602-9F5B-6F0FAAC92EDD}" dt="2025-11-07T17:47:07.635" v="1" actId="34807"/>
          <ac:spMkLst>
            <pc:docMk/>
            <pc:sldMk cId="3742985770" sldId="2565"/>
            <ac:spMk id="4" creationId="{4711A9D7-9214-B335-4059-76C950C5E986}"/>
          </ac:spMkLst>
        </pc:spChg>
        <pc:spChg chg="mod">
          <ac:chgData name="" userId="" providerId="" clId="Web-{0EC172F8-8517-4602-9F5B-6F0FAAC92EDD}" dt="2025-11-07T17:47:07.635" v="1" actId="34807"/>
          <ac:spMkLst>
            <pc:docMk/>
            <pc:sldMk cId="3742985770" sldId="2565"/>
            <ac:spMk id="5" creationId="{A8F82218-5CB6-E3CD-9BB9-69BE1B4980CC}"/>
          </ac:spMkLst>
        </pc:spChg>
        <pc:graphicFrameChg chg="mod modGraphic">
          <ac:chgData name="" userId="" providerId="" clId="Web-{0EC172F8-8517-4602-9F5B-6F0FAAC92EDD}" dt="2025-11-07T17:47:07.635" v="1" actId="34807"/>
          <ac:graphicFrameMkLst>
            <pc:docMk/>
            <pc:sldMk cId="3742985770" sldId="2565"/>
            <ac:graphicFrameMk id="7" creationId="{8CB6D160-AC0C-451E-AC60-AC7462EB3978}"/>
          </ac:graphicFrameMkLst>
        </pc:graphicFrameChg>
      </pc:sldChg>
      <pc:sldChg chg="modSp add mod modTransition addAnim chgLayout">
        <pc:chgData name="" userId="" providerId="" clId="Web-{0EC172F8-8517-4602-9F5B-6F0FAAC92EDD}" dt="2025-11-07T17:47:07.635" v="6" actId="34807"/>
        <pc:sldMkLst>
          <pc:docMk/>
          <pc:sldMk cId="885257227" sldId="2566"/>
        </pc:sldMkLst>
        <pc:spChg chg="mod">
          <ac:chgData name="" userId="" providerId="" clId="Web-{0EC172F8-8517-4602-9F5B-6F0FAAC92EDD}" dt="2025-11-07T17:47:07.635" v="1" actId="34807"/>
          <ac:spMkLst>
            <pc:docMk/>
            <pc:sldMk cId="885257227" sldId="2566"/>
            <ac:spMk id="2" creationId="{9E2AA085-F792-2178-8309-01C63CA9DF44}"/>
          </ac:spMkLst>
        </pc:spChg>
        <pc:spChg chg="mod">
          <ac:chgData name="" userId="" providerId="" clId="Web-{0EC172F8-8517-4602-9F5B-6F0FAAC92EDD}" dt="2025-11-07T17:47:07.635" v="1" actId="34807"/>
          <ac:spMkLst>
            <pc:docMk/>
            <pc:sldMk cId="885257227" sldId="2566"/>
            <ac:spMk id="4" creationId="{1D7B4BEF-130C-FF62-8755-528A77EAC673}"/>
          </ac:spMkLst>
        </pc:spChg>
        <pc:spChg chg="mod">
          <ac:chgData name="" userId="" providerId="" clId="Web-{0EC172F8-8517-4602-9F5B-6F0FAAC92EDD}" dt="2025-11-07T17:47:07.635" v="1" actId="34807"/>
          <ac:spMkLst>
            <pc:docMk/>
            <pc:sldMk cId="885257227" sldId="2566"/>
            <ac:spMk id="5" creationId="{CC1C3111-141C-87E0-D2B1-B1DCC319F0CF}"/>
          </ac:spMkLst>
        </pc:spChg>
        <pc:spChg chg="mod">
          <ac:chgData name="" userId="" providerId="" clId="Web-{0EC172F8-8517-4602-9F5B-6F0FAAC92EDD}" dt="2025-11-07T17:47:07.635" v="1" actId="34807"/>
          <ac:spMkLst>
            <pc:docMk/>
            <pc:sldMk cId="885257227" sldId="2566"/>
            <ac:spMk id="6" creationId="{49DAE2B1-12D6-7F14-B280-C82E487BE486}"/>
          </ac:spMkLst>
        </pc:spChg>
      </pc:sldChg>
      <pc:sldChg chg="modSp add mod modTransition addAnim chgLayout">
        <pc:chgData name="" userId="" providerId="" clId="Web-{0EC172F8-8517-4602-9F5B-6F0FAAC92EDD}" dt="2025-11-07T17:47:07.635" v="7" actId="34807"/>
        <pc:sldMkLst>
          <pc:docMk/>
          <pc:sldMk cId="3904702981" sldId="2567"/>
        </pc:sldMkLst>
        <pc:spChg chg="mod ord">
          <ac:chgData name="" userId="" providerId="" clId="Web-{0EC172F8-8517-4602-9F5B-6F0FAAC92EDD}" dt="2025-11-07T17:47:07.635" v="1" actId="34807"/>
          <ac:spMkLst>
            <pc:docMk/>
            <pc:sldMk cId="3904702981" sldId="2567"/>
            <ac:spMk id="2" creationId="{226BB63A-88A2-8810-9183-82554C9058F2}"/>
          </ac:spMkLst>
        </pc:spChg>
        <pc:spChg chg="mod">
          <ac:chgData name="" userId="" providerId="" clId="Web-{0EC172F8-8517-4602-9F5B-6F0FAAC92EDD}" dt="2025-11-07T17:47:07.635" v="1" actId="34807"/>
          <ac:spMkLst>
            <pc:docMk/>
            <pc:sldMk cId="3904702981" sldId="2567"/>
            <ac:spMk id="3" creationId="{DACF0C7B-E17E-ACA7-98BB-CF129BA1CFB5}"/>
          </ac:spMkLst>
        </pc:spChg>
        <pc:spChg chg="mod">
          <ac:chgData name="" userId="" providerId="" clId="Web-{0EC172F8-8517-4602-9F5B-6F0FAAC92EDD}" dt="2025-11-07T17:47:07.635" v="1" actId="34807"/>
          <ac:spMkLst>
            <pc:docMk/>
            <pc:sldMk cId="3904702981" sldId="2567"/>
            <ac:spMk id="4" creationId="{388D15FF-8C83-F8E2-5EA4-80ED691A2323}"/>
          </ac:spMkLst>
        </pc:spChg>
        <pc:spChg chg="mod">
          <ac:chgData name="" userId="" providerId="" clId="Web-{0EC172F8-8517-4602-9F5B-6F0FAAC92EDD}" dt="2025-11-07T17:47:07.635" v="1" actId="34807"/>
          <ac:spMkLst>
            <pc:docMk/>
            <pc:sldMk cId="3904702981" sldId="2567"/>
            <ac:spMk id="5" creationId="{E9022752-9BBD-22CD-6C64-7320226CA543}"/>
          </ac:spMkLst>
        </pc:spChg>
        <pc:spChg chg="mod">
          <ac:chgData name="" userId="" providerId="" clId="Web-{0EC172F8-8517-4602-9F5B-6F0FAAC92EDD}" dt="2025-11-07T17:47:07.635" v="1" actId="34807"/>
          <ac:spMkLst>
            <pc:docMk/>
            <pc:sldMk cId="3904702981" sldId="2567"/>
            <ac:spMk id="7" creationId="{D887F8A9-FDC1-CCD7-8BF7-25E9862DF958}"/>
          </ac:spMkLst>
        </pc:spChg>
        <pc:picChg chg="mod ord">
          <ac:chgData name="" userId="" providerId="" clId="Web-{0EC172F8-8517-4602-9F5B-6F0FAAC92EDD}" dt="2025-11-07T17:47:07.635" v="1" actId="34807"/>
          <ac:picMkLst>
            <pc:docMk/>
            <pc:sldMk cId="3904702981" sldId="2567"/>
            <ac:picMk id="8" creationId="{6555A5A3-374E-478C-AD9B-632BDA48B7F7}"/>
          </ac:picMkLst>
        </pc:picChg>
      </pc:sldChg>
      <pc:sldChg chg="modSp add mod modTransition addAnim chgLayout">
        <pc:chgData name="" userId="" providerId="" clId="Web-{0EC172F8-8517-4602-9F5B-6F0FAAC92EDD}" dt="2025-11-07T17:47:07.635" v="8" actId="34807"/>
        <pc:sldMkLst>
          <pc:docMk/>
          <pc:sldMk cId="2629538944" sldId="2568"/>
        </pc:sldMkLst>
        <pc:spChg chg="mod">
          <ac:chgData name="" userId="" providerId="" clId="Web-{0EC172F8-8517-4602-9F5B-6F0FAAC92EDD}" dt="2025-11-07T17:47:07.635" v="1" actId="34807"/>
          <ac:spMkLst>
            <pc:docMk/>
            <pc:sldMk cId="2629538944" sldId="2568"/>
            <ac:spMk id="2" creationId="{E0675EF9-20DC-5FFB-4E97-75B7A070E60E}"/>
          </ac:spMkLst>
        </pc:spChg>
        <pc:spChg chg="mod">
          <ac:chgData name="" userId="" providerId="" clId="Web-{0EC172F8-8517-4602-9F5B-6F0FAAC92EDD}" dt="2025-11-07T17:47:07.635" v="1" actId="34807"/>
          <ac:spMkLst>
            <pc:docMk/>
            <pc:sldMk cId="2629538944" sldId="2568"/>
            <ac:spMk id="4" creationId="{730EEF7D-ACA6-69EF-5801-7F1F2C73E6E9}"/>
          </ac:spMkLst>
        </pc:spChg>
        <pc:spChg chg="mod">
          <ac:chgData name="" userId="" providerId="" clId="Web-{0EC172F8-8517-4602-9F5B-6F0FAAC92EDD}" dt="2025-11-07T17:47:07.635" v="1" actId="34807"/>
          <ac:spMkLst>
            <pc:docMk/>
            <pc:sldMk cId="2629538944" sldId="2568"/>
            <ac:spMk id="5" creationId="{9077C809-1574-DD8A-91F5-19B5A2DDC6B8}"/>
          </ac:spMkLst>
        </pc:spChg>
        <pc:spChg chg="mod">
          <ac:chgData name="" userId="" providerId="" clId="Web-{0EC172F8-8517-4602-9F5B-6F0FAAC92EDD}" dt="2025-11-07T17:47:07.635" v="1" actId="34807"/>
          <ac:spMkLst>
            <pc:docMk/>
            <pc:sldMk cId="2629538944" sldId="2568"/>
            <ac:spMk id="6" creationId="{5AA19248-F3B0-0FA6-D60A-FE79D24F6E52}"/>
          </ac:spMkLst>
        </pc:spChg>
      </pc:sldChg>
      <pc:sldChg chg="modSp add mod modTransition addAnim chgLayout">
        <pc:chgData name="" userId="" providerId="" clId="Web-{0EC172F8-8517-4602-9F5B-6F0FAAC92EDD}" dt="2025-11-07T17:47:07.651" v="9" actId="34807"/>
        <pc:sldMkLst>
          <pc:docMk/>
          <pc:sldMk cId="2909265842" sldId="2569"/>
        </pc:sldMkLst>
        <pc:spChg chg="mod">
          <ac:chgData name="" userId="" providerId="" clId="Web-{0EC172F8-8517-4602-9F5B-6F0FAAC92EDD}" dt="2025-11-07T17:47:07.635" v="1" actId="34807"/>
          <ac:spMkLst>
            <pc:docMk/>
            <pc:sldMk cId="2909265842" sldId="2569"/>
            <ac:spMk id="2" creationId="{4F93DC0B-AE01-9EBA-62BB-D59813423CCA}"/>
          </ac:spMkLst>
        </pc:spChg>
        <pc:spChg chg="mod">
          <ac:chgData name="" userId="" providerId="" clId="Web-{0EC172F8-8517-4602-9F5B-6F0FAAC92EDD}" dt="2025-11-07T17:47:07.635" v="1" actId="34807"/>
          <ac:spMkLst>
            <pc:docMk/>
            <pc:sldMk cId="2909265842" sldId="2569"/>
            <ac:spMk id="3" creationId="{C49AAEB1-6659-DEF7-61EF-47093AB5CFDC}"/>
          </ac:spMkLst>
        </pc:spChg>
        <pc:spChg chg="mod">
          <ac:chgData name="" userId="" providerId="" clId="Web-{0EC172F8-8517-4602-9F5B-6F0FAAC92EDD}" dt="2025-11-07T17:47:07.635" v="1" actId="34807"/>
          <ac:spMkLst>
            <pc:docMk/>
            <pc:sldMk cId="2909265842" sldId="2569"/>
            <ac:spMk id="4" creationId="{E778D0D5-2614-C9D9-3182-1B327CBB3A92}"/>
          </ac:spMkLst>
        </pc:spChg>
        <pc:spChg chg="mod">
          <ac:chgData name="" userId="" providerId="" clId="Web-{0EC172F8-8517-4602-9F5B-6F0FAAC92EDD}" dt="2025-11-07T17:47:07.635" v="1" actId="34807"/>
          <ac:spMkLst>
            <pc:docMk/>
            <pc:sldMk cId="2909265842" sldId="2569"/>
            <ac:spMk id="5" creationId="{250C5AAC-4331-5AB0-0068-0C8019BDCC69}"/>
          </ac:spMkLst>
        </pc:spChg>
        <pc:spChg chg="mod">
          <ac:chgData name="" userId="" providerId="" clId="Web-{0EC172F8-8517-4602-9F5B-6F0FAAC92EDD}" dt="2025-11-07T17:47:07.635" v="1" actId="34807"/>
          <ac:spMkLst>
            <pc:docMk/>
            <pc:sldMk cId="2909265842" sldId="2569"/>
            <ac:spMk id="7" creationId="{AC46515A-2C5F-C0DC-4B99-4E74947DFFC4}"/>
          </ac:spMkLst>
        </pc:spChg>
        <pc:picChg chg="mod">
          <ac:chgData name="" userId="" providerId="" clId="Web-{0EC172F8-8517-4602-9F5B-6F0FAAC92EDD}" dt="2025-11-07T17:47:07.635" v="1" actId="34807"/>
          <ac:picMkLst>
            <pc:docMk/>
            <pc:sldMk cId="2909265842" sldId="2569"/>
            <ac:picMk id="8" creationId="{6680AB4B-770A-4BEC-B15E-B749322C2B18}"/>
          </ac:picMkLst>
        </pc:picChg>
      </pc:sldChg>
      <pc:sldChg chg="modSp add mod modTransition addAnim chgLayout">
        <pc:chgData name="" userId="" providerId="" clId="Web-{0EC172F8-8517-4602-9F5B-6F0FAAC92EDD}" dt="2025-11-07T17:47:07.651" v="10" actId="34807"/>
        <pc:sldMkLst>
          <pc:docMk/>
          <pc:sldMk cId="986999317" sldId="2570"/>
        </pc:sldMkLst>
        <pc:spChg chg="mod">
          <ac:chgData name="" userId="" providerId="" clId="Web-{0EC172F8-8517-4602-9F5B-6F0FAAC92EDD}" dt="2025-11-07T17:47:07.635" v="1" actId="34807"/>
          <ac:spMkLst>
            <pc:docMk/>
            <pc:sldMk cId="986999317" sldId="2570"/>
            <ac:spMk id="2" creationId="{8DA4BA7A-F5FE-FB4C-62B3-51132CB37139}"/>
          </ac:spMkLst>
        </pc:spChg>
        <pc:spChg chg="mod">
          <ac:chgData name="" userId="" providerId="" clId="Web-{0EC172F8-8517-4602-9F5B-6F0FAAC92EDD}" dt="2025-11-07T17:47:07.635" v="1" actId="34807"/>
          <ac:spMkLst>
            <pc:docMk/>
            <pc:sldMk cId="986999317" sldId="2570"/>
            <ac:spMk id="4" creationId="{FC973947-D40B-723B-247F-C5C4AF748D23}"/>
          </ac:spMkLst>
        </pc:spChg>
        <pc:spChg chg="mod">
          <ac:chgData name="" userId="" providerId="" clId="Web-{0EC172F8-8517-4602-9F5B-6F0FAAC92EDD}" dt="2025-11-07T17:47:07.635" v="1" actId="34807"/>
          <ac:spMkLst>
            <pc:docMk/>
            <pc:sldMk cId="986999317" sldId="2570"/>
            <ac:spMk id="5" creationId="{F7CA1C37-F3E4-6B77-5645-518D124FE614}"/>
          </ac:spMkLst>
        </pc:spChg>
        <pc:spChg chg="mod">
          <ac:chgData name="" userId="" providerId="" clId="Web-{0EC172F8-8517-4602-9F5B-6F0FAAC92EDD}" dt="2025-11-07T17:47:07.635" v="1" actId="34807"/>
          <ac:spMkLst>
            <pc:docMk/>
            <pc:sldMk cId="986999317" sldId="2570"/>
            <ac:spMk id="6" creationId="{C086C1F8-0556-D439-598E-938A0246F0D5}"/>
          </ac:spMkLst>
        </pc:spChg>
      </pc:sldChg>
      <pc:sldChg chg="modSp add mod modTransition addAnim chgLayout">
        <pc:chgData name="" userId="" providerId="" clId="Web-{0EC172F8-8517-4602-9F5B-6F0FAAC92EDD}" dt="2025-11-07T17:47:07.651" v="11" actId="34807"/>
        <pc:sldMkLst>
          <pc:docMk/>
          <pc:sldMk cId="82046246" sldId="2571"/>
        </pc:sldMkLst>
        <pc:spChg chg="mod">
          <ac:chgData name="" userId="" providerId="" clId="Web-{0EC172F8-8517-4602-9F5B-6F0FAAC92EDD}" dt="2025-11-07T17:47:07.635" v="1" actId="34807"/>
          <ac:spMkLst>
            <pc:docMk/>
            <pc:sldMk cId="82046246" sldId="2571"/>
            <ac:spMk id="2" creationId="{7C9218F6-0E8C-B975-27CE-3A5E46AF93E0}"/>
          </ac:spMkLst>
        </pc:spChg>
        <pc:spChg chg="mod">
          <ac:chgData name="" userId="" providerId="" clId="Web-{0EC172F8-8517-4602-9F5B-6F0FAAC92EDD}" dt="2025-11-07T17:47:07.635" v="1" actId="34807"/>
          <ac:spMkLst>
            <pc:docMk/>
            <pc:sldMk cId="82046246" sldId="2571"/>
            <ac:spMk id="3" creationId="{DB87222B-E174-E2C6-3F9D-21CE0A2EF26C}"/>
          </ac:spMkLst>
        </pc:spChg>
        <pc:spChg chg="mod">
          <ac:chgData name="" userId="" providerId="" clId="Web-{0EC172F8-8517-4602-9F5B-6F0FAAC92EDD}" dt="2025-11-07T17:47:07.635" v="1" actId="34807"/>
          <ac:spMkLst>
            <pc:docMk/>
            <pc:sldMk cId="82046246" sldId="2571"/>
            <ac:spMk id="4" creationId="{7CC9B657-C199-FA00-8285-3C9488F60873}"/>
          </ac:spMkLst>
        </pc:spChg>
        <pc:spChg chg="mod">
          <ac:chgData name="" userId="" providerId="" clId="Web-{0EC172F8-8517-4602-9F5B-6F0FAAC92EDD}" dt="2025-11-07T17:47:07.635" v="1" actId="34807"/>
          <ac:spMkLst>
            <pc:docMk/>
            <pc:sldMk cId="82046246" sldId="2571"/>
            <ac:spMk id="5" creationId="{3802ED04-3900-8916-10CA-2AB58E957B24}"/>
          </ac:spMkLst>
        </pc:spChg>
        <pc:spChg chg="mod">
          <ac:chgData name="" userId="" providerId="" clId="Web-{0EC172F8-8517-4602-9F5B-6F0FAAC92EDD}" dt="2025-11-07T17:47:07.635" v="1" actId="34807"/>
          <ac:spMkLst>
            <pc:docMk/>
            <pc:sldMk cId="82046246" sldId="2571"/>
            <ac:spMk id="7" creationId="{F724B83F-DFA6-E264-F8AA-D3DED96381CB}"/>
          </ac:spMkLst>
        </pc:spChg>
        <pc:picChg chg="mod">
          <ac:chgData name="" userId="" providerId="" clId="Web-{0EC172F8-8517-4602-9F5B-6F0FAAC92EDD}" dt="2025-11-07T17:47:07.635" v="1" actId="34807"/>
          <ac:picMkLst>
            <pc:docMk/>
            <pc:sldMk cId="82046246" sldId="2571"/>
            <ac:picMk id="8" creationId="{BFAD22A7-E6BF-4C7C-A1EC-0E34CEB3F725}"/>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ECBCE01-8A54-4B3E-AD7D-87A95B563AC9}"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1388708A-4AAB-4EC8-8357-62A4230DBA42}">
      <dgm:prSet/>
      <dgm:spPr/>
      <dgm:t>
        <a:bodyPr/>
        <a:lstStyle/>
        <a:p>
          <a:pPr>
            <a:lnSpc>
              <a:spcPct val="100000"/>
            </a:lnSpc>
            <a:defRPr b="1"/>
          </a:pPr>
          <a:r>
            <a:rPr lang="en-US"/>
            <a:t>AI와 소프트웨어 개발</a:t>
          </a:r>
        </a:p>
      </dgm:t>
    </dgm:pt>
    <dgm:pt modelId="{3899EEF8-C897-4111-A280-D4697165AAD8}" type="parTrans" cxnId="{971D572A-78AD-49BA-A636-C17443CA882F}">
      <dgm:prSet/>
      <dgm:spPr/>
      <dgm:t>
        <a:bodyPr/>
        <a:lstStyle/>
        <a:p>
          <a:endParaRPr lang="en-US"/>
        </a:p>
      </dgm:t>
    </dgm:pt>
    <dgm:pt modelId="{099592E4-6F2E-49E3-8A56-D67069AF87EB}" type="sibTrans" cxnId="{971D572A-78AD-49BA-A636-C17443CA882F}">
      <dgm:prSet/>
      <dgm:spPr/>
      <dgm:t>
        <a:bodyPr/>
        <a:lstStyle/>
        <a:p>
          <a:pPr>
            <a:lnSpc>
              <a:spcPct val="100000"/>
            </a:lnSpc>
            <a:defRPr b="1"/>
          </a:pPr>
          <a:endParaRPr lang="en-US"/>
        </a:p>
      </dgm:t>
    </dgm:pt>
    <dgm:pt modelId="{610EFDD7-7C4B-4DBC-BF85-5ECFD3BE75D5}">
      <dgm:prSet/>
      <dgm:spPr/>
      <dgm:t>
        <a:bodyPr/>
        <a:lstStyle/>
        <a:p>
          <a:pPr>
            <a:lnSpc>
              <a:spcPct val="100000"/>
            </a:lnSpc>
          </a:pPr>
          <a:r>
            <a:rPr lang="en-US"/>
            <a:t>AI는 방대한 GitHub 저장소 데이터를 학습해 독립적으로 코드를 작성하며 개발자의 75%가 AI 도우미를 사용한다.</a:t>
          </a:r>
        </a:p>
      </dgm:t>
    </dgm:pt>
    <dgm:pt modelId="{8E3DDAAD-0577-44C5-9ABC-59F633F6848F}" type="parTrans" cxnId="{D68E4759-FD8A-4DDC-9B5F-ECFFCED6C685}">
      <dgm:prSet/>
      <dgm:spPr/>
      <dgm:t>
        <a:bodyPr/>
        <a:lstStyle/>
        <a:p>
          <a:endParaRPr lang="en-US"/>
        </a:p>
      </dgm:t>
    </dgm:pt>
    <dgm:pt modelId="{D0897F15-F245-44E6-83D1-1B7254EA7B3E}" type="sibTrans" cxnId="{D68E4759-FD8A-4DDC-9B5F-ECFFCED6C685}">
      <dgm:prSet/>
      <dgm:spPr/>
      <dgm:t>
        <a:bodyPr/>
        <a:lstStyle/>
        <a:p>
          <a:endParaRPr lang="en-US"/>
        </a:p>
      </dgm:t>
    </dgm:pt>
    <dgm:pt modelId="{B5F651AC-BF6B-477F-ACE7-F74ED9E6B097}">
      <dgm:prSet/>
      <dgm:spPr/>
      <dgm:t>
        <a:bodyPr/>
        <a:lstStyle/>
        <a:p>
          <a:pPr>
            <a:lnSpc>
              <a:spcPct val="100000"/>
            </a:lnSpc>
            <a:defRPr b="1"/>
          </a:pPr>
          <a:r>
            <a:rPr lang="en-US"/>
            <a:t>AI 기반 고객지원</a:t>
          </a:r>
        </a:p>
      </dgm:t>
    </dgm:pt>
    <dgm:pt modelId="{91CBD41C-08BA-4145-9C32-C5063CFBA176}" type="parTrans" cxnId="{F042C44B-A70D-4B67-A279-4432D62886A5}">
      <dgm:prSet/>
      <dgm:spPr/>
      <dgm:t>
        <a:bodyPr/>
        <a:lstStyle/>
        <a:p>
          <a:endParaRPr lang="en-US"/>
        </a:p>
      </dgm:t>
    </dgm:pt>
    <dgm:pt modelId="{4F2C9927-4C0E-457D-ADD8-60217B5280A5}" type="sibTrans" cxnId="{F042C44B-A70D-4B67-A279-4432D62886A5}">
      <dgm:prSet/>
      <dgm:spPr/>
      <dgm:t>
        <a:bodyPr/>
        <a:lstStyle/>
        <a:p>
          <a:pPr>
            <a:lnSpc>
              <a:spcPct val="100000"/>
            </a:lnSpc>
            <a:defRPr b="1"/>
          </a:pPr>
          <a:endParaRPr lang="en-US"/>
        </a:p>
      </dgm:t>
    </dgm:pt>
    <dgm:pt modelId="{6B76CF19-7683-41DB-856A-CB584374ED6B}">
      <dgm:prSet/>
      <dgm:spPr/>
      <dgm:t>
        <a:bodyPr/>
        <a:lstStyle/>
        <a:p>
          <a:pPr>
            <a:lnSpc>
              <a:spcPct val="100000"/>
            </a:lnSpc>
          </a:pPr>
          <a:r>
            <a:rPr lang="en-US"/>
            <a:t>고객지원 분야에서 AI는 통화와 이메일 데이터를 활용해 응답을 자동화하며 비용을 23.5% 절감한다.</a:t>
          </a:r>
        </a:p>
      </dgm:t>
    </dgm:pt>
    <dgm:pt modelId="{4E2A80CF-3684-49BE-9F5C-3D0FB81C4749}" type="parTrans" cxnId="{16584ADF-CE47-47FB-826E-3CEE80E2AAA3}">
      <dgm:prSet/>
      <dgm:spPr/>
      <dgm:t>
        <a:bodyPr/>
        <a:lstStyle/>
        <a:p>
          <a:endParaRPr lang="en-US"/>
        </a:p>
      </dgm:t>
    </dgm:pt>
    <dgm:pt modelId="{A74FFCE4-6A4A-4BE4-A218-EA254D95EC35}" type="sibTrans" cxnId="{16584ADF-CE47-47FB-826E-3CEE80E2AAA3}">
      <dgm:prSet/>
      <dgm:spPr/>
      <dgm:t>
        <a:bodyPr/>
        <a:lstStyle/>
        <a:p>
          <a:endParaRPr lang="en-US"/>
        </a:p>
      </dgm:t>
    </dgm:pt>
    <dgm:pt modelId="{4025BDD0-5850-4414-A28E-59A91254362A}">
      <dgm:prSet/>
      <dgm:spPr/>
      <dgm:t>
        <a:bodyPr/>
        <a:lstStyle/>
        <a:p>
          <a:pPr>
            <a:lnSpc>
              <a:spcPct val="100000"/>
            </a:lnSpc>
            <a:defRPr b="1"/>
          </a:pPr>
          <a:r>
            <a:rPr lang="en-US"/>
            <a:t>AI와 금융 트레이딩</a:t>
          </a:r>
        </a:p>
      </dgm:t>
    </dgm:pt>
    <dgm:pt modelId="{5FAF52CC-4D3B-44D9-BBEE-50473F8612F5}" type="parTrans" cxnId="{9261E7BF-695A-428F-84A3-60818F3E8A67}">
      <dgm:prSet/>
      <dgm:spPr/>
      <dgm:t>
        <a:bodyPr/>
        <a:lstStyle/>
        <a:p>
          <a:endParaRPr lang="en-US"/>
        </a:p>
      </dgm:t>
    </dgm:pt>
    <dgm:pt modelId="{29DDC655-1B2B-4BF1-AD5F-C562402406E9}" type="sibTrans" cxnId="{9261E7BF-695A-428F-84A3-60818F3E8A67}">
      <dgm:prSet/>
      <dgm:spPr/>
      <dgm:t>
        <a:bodyPr/>
        <a:lstStyle/>
        <a:p>
          <a:endParaRPr lang="en-US"/>
        </a:p>
      </dgm:t>
    </dgm:pt>
    <dgm:pt modelId="{004B20E2-7969-4CA5-8464-90841F86E9B2}">
      <dgm:prSet/>
      <dgm:spPr/>
      <dgm:t>
        <a:bodyPr/>
        <a:lstStyle/>
        <a:p>
          <a:pPr>
            <a:lnSpc>
              <a:spcPct val="100000"/>
            </a:lnSpc>
          </a:pPr>
          <a:r>
            <a:rPr lang="en-US"/>
            <a:t>금융 분야에서는 AI가 알고리즘 트레이딩을 주도하며 미국 주식 거래의 70%가 고빈도 트레이딩이다.</a:t>
          </a:r>
        </a:p>
      </dgm:t>
    </dgm:pt>
    <dgm:pt modelId="{9FC7F8B6-F8FA-4C83-861B-156F0BA45955}" type="parTrans" cxnId="{4B195296-5922-4522-BA10-D829EAF794DD}">
      <dgm:prSet/>
      <dgm:spPr/>
      <dgm:t>
        <a:bodyPr/>
        <a:lstStyle/>
        <a:p>
          <a:endParaRPr lang="en-US"/>
        </a:p>
      </dgm:t>
    </dgm:pt>
    <dgm:pt modelId="{D7294466-28A9-4D89-8FD7-E3B1604E3794}" type="sibTrans" cxnId="{4B195296-5922-4522-BA10-D829EAF794DD}">
      <dgm:prSet/>
      <dgm:spPr/>
      <dgm:t>
        <a:bodyPr/>
        <a:lstStyle/>
        <a:p>
          <a:endParaRPr lang="en-US"/>
        </a:p>
      </dgm:t>
    </dgm:pt>
    <dgm:pt modelId="{4BCB7C69-7A95-41A3-8384-D05021E962BB}" type="pres">
      <dgm:prSet presAssocID="{EECBCE01-8A54-4B3E-AD7D-87A95B563AC9}" presName="Root" presStyleCnt="0">
        <dgm:presLayoutVars>
          <dgm:dir/>
          <dgm:resizeHandles val="exact"/>
        </dgm:presLayoutVars>
      </dgm:prSet>
      <dgm:spPr/>
    </dgm:pt>
    <dgm:pt modelId="{8E4E77B7-5B3B-4269-ABF6-FD227BA89B11}" type="pres">
      <dgm:prSet presAssocID="{1388708A-4AAB-4EC8-8357-62A4230DBA42}" presName="Composite" presStyleCnt="0"/>
      <dgm:spPr/>
    </dgm:pt>
    <dgm:pt modelId="{0A2266A2-26C2-4285-A701-FEA83A03A630}" type="pres">
      <dgm:prSet presAssocID="{1388708A-4AAB-4EC8-8357-62A4230DBA42}"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8265" r="17983" b="-3"/>
          <a:stretch/>
        </a:blipFill>
      </dgm:spPr>
      <dgm:extLst>
        <a:ext uri="{E40237B7-FDA0-4F09-8148-C483321AD2D9}">
          <dgm14:cNvPr xmlns:dgm14="http://schemas.microsoft.com/office/drawing/2010/diagram" id="0" name="" descr="채팅 인공지능 챗봇 기술, AI 대화 자동화"/>
        </a:ext>
      </dgm:extLst>
    </dgm:pt>
    <dgm:pt modelId="{8B43E50D-6AF7-41F0-A9A6-0AB539A3B6C6}" type="pres">
      <dgm:prSet presAssocID="{1388708A-4AAB-4EC8-8357-62A4230DBA42}" presName="Subtitle" presStyleLbl="revTx" presStyleIdx="0" presStyleCnt="6">
        <dgm:presLayoutVars>
          <dgm:chMax val="0"/>
          <dgm:bulletEnabled/>
        </dgm:presLayoutVars>
      </dgm:prSet>
      <dgm:spPr/>
    </dgm:pt>
    <dgm:pt modelId="{1D801233-70AC-470D-A13B-396281E9E517}" type="pres">
      <dgm:prSet presAssocID="{1388708A-4AAB-4EC8-8357-62A4230DBA42}" presName="Description" presStyleLbl="revTx" presStyleIdx="1" presStyleCnt="6">
        <dgm:presLayoutVars>
          <dgm:bulletEnabled/>
        </dgm:presLayoutVars>
      </dgm:prSet>
      <dgm:spPr/>
    </dgm:pt>
    <dgm:pt modelId="{2F9726F9-5D4B-48C5-9DD8-1B84D1F141A5}" type="pres">
      <dgm:prSet presAssocID="{099592E4-6F2E-49E3-8A56-D67069AF87EB}" presName="sibTrans" presStyleLbl="sibTrans2D1" presStyleIdx="0" presStyleCnt="0"/>
      <dgm:spPr/>
    </dgm:pt>
    <dgm:pt modelId="{CEC4FFB3-0418-4ED2-B7A1-D98FDA2D5EA6}" type="pres">
      <dgm:prSet presAssocID="{B5F651AC-BF6B-477F-ACE7-F74ED9E6B097}" presName="Composite" presStyleCnt="0"/>
      <dgm:spPr/>
    </dgm:pt>
    <dgm:pt modelId="{D2207ACF-992D-4836-87C8-F8DD648087EB}" type="pres">
      <dgm:prSet presAssocID="{B5F651AC-BF6B-477F-ACE7-F74ED9E6B097}"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3466" r="20285" b="1"/>
          <a:stretch/>
        </a:blipFill>
      </dgm:spPr>
      <dgm:extLst>
        <a:ext uri="{E40237B7-FDA0-4F09-8148-C483321AD2D9}">
          <dgm14:cNvPr xmlns:dgm14="http://schemas.microsoft.com/office/drawing/2010/diagram" id="0" name="" descr="VR을 사용하는 사업가"/>
        </a:ext>
      </dgm:extLst>
    </dgm:pt>
    <dgm:pt modelId="{FE25D687-8254-45E7-AF07-19BFAE258089}" type="pres">
      <dgm:prSet presAssocID="{B5F651AC-BF6B-477F-ACE7-F74ED9E6B097}" presName="Subtitle" presStyleLbl="revTx" presStyleIdx="2" presStyleCnt="6">
        <dgm:presLayoutVars>
          <dgm:chMax val="0"/>
          <dgm:bulletEnabled/>
        </dgm:presLayoutVars>
      </dgm:prSet>
      <dgm:spPr/>
    </dgm:pt>
    <dgm:pt modelId="{B8DFC763-CC37-4FB2-BBA0-C1C4EF68F482}" type="pres">
      <dgm:prSet presAssocID="{B5F651AC-BF6B-477F-ACE7-F74ED9E6B097}" presName="Description" presStyleLbl="revTx" presStyleIdx="3" presStyleCnt="6">
        <dgm:presLayoutVars>
          <dgm:bulletEnabled/>
        </dgm:presLayoutVars>
      </dgm:prSet>
      <dgm:spPr/>
    </dgm:pt>
    <dgm:pt modelId="{31544887-A18B-4959-8526-F29084897686}" type="pres">
      <dgm:prSet presAssocID="{4F2C9927-4C0E-457D-ADD8-60217B5280A5}" presName="sibTrans" presStyleLbl="sibTrans2D1" presStyleIdx="0" presStyleCnt="0"/>
      <dgm:spPr/>
    </dgm:pt>
    <dgm:pt modelId="{C15549DC-F422-47D1-8D81-66E420CA8E36}" type="pres">
      <dgm:prSet presAssocID="{4025BDD0-5850-4414-A28E-59A91254362A}" presName="Composite" presStyleCnt="0"/>
      <dgm:spPr/>
    </dgm:pt>
    <dgm:pt modelId="{9D237274-C288-4F1A-99D6-1C415A6688B1}" type="pres">
      <dgm:prSet presAssocID="{4025BDD0-5850-4414-A28E-59A91254362A}"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1823" r="31923" b="-6"/>
          <a:stretch/>
        </a:blipFill>
      </dgm:spPr>
      <dgm:extLst>
        <a:ext uri="{E40237B7-FDA0-4F09-8148-C483321AD2D9}">
          <dgm14:cNvPr xmlns:dgm14="http://schemas.microsoft.com/office/drawing/2010/diagram" id="0" name="" descr="디지털 기술 추상적 배경"/>
        </a:ext>
      </dgm:extLst>
    </dgm:pt>
    <dgm:pt modelId="{2CA0CF32-072A-44C7-A33D-447CAD195C7A}" type="pres">
      <dgm:prSet presAssocID="{4025BDD0-5850-4414-A28E-59A91254362A}" presName="Subtitle" presStyleLbl="revTx" presStyleIdx="4" presStyleCnt="6">
        <dgm:presLayoutVars>
          <dgm:chMax val="0"/>
          <dgm:bulletEnabled/>
        </dgm:presLayoutVars>
      </dgm:prSet>
      <dgm:spPr/>
    </dgm:pt>
    <dgm:pt modelId="{3B38D4CA-F062-4A77-806E-8F65B960788B}" type="pres">
      <dgm:prSet presAssocID="{4025BDD0-5850-4414-A28E-59A91254362A}" presName="Description" presStyleLbl="revTx" presStyleIdx="5" presStyleCnt="6">
        <dgm:presLayoutVars>
          <dgm:bulletEnabled/>
        </dgm:presLayoutVars>
      </dgm:prSet>
      <dgm:spPr/>
    </dgm:pt>
  </dgm:ptLst>
  <dgm:cxnLst>
    <dgm:cxn modelId="{365A261E-86B3-4059-9F21-5D370C26AF99}" type="presOf" srcId="{1388708A-4AAB-4EC8-8357-62A4230DBA42}" destId="{8B43E50D-6AF7-41F0-A9A6-0AB539A3B6C6}" srcOrd="0" destOrd="0" presId="urn:microsoft.com/office/officeart/2024/3/layout/verticalVisualTextBlock1"/>
    <dgm:cxn modelId="{A401E720-C4CF-4439-8A31-45B4421F8AD1}" type="presOf" srcId="{EECBCE01-8A54-4B3E-AD7D-87A95B563AC9}" destId="{4BCB7C69-7A95-41A3-8384-D05021E962BB}" srcOrd="0" destOrd="0" presId="urn:microsoft.com/office/officeart/2024/3/layout/verticalVisualTextBlock1"/>
    <dgm:cxn modelId="{971D572A-78AD-49BA-A636-C17443CA882F}" srcId="{EECBCE01-8A54-4B3E-AD7D-87A95B563AC9}" destId="{1388708A-4AAB-4EC8-8357-62A4230DBA42}" srcOrd="0" destOrd="0" parTransId="{3899EEF8-C897-4111-A280-D4697165AAD8}" sibTransId="{099592E4-6F2E-49E3-8A56-D67069AF87EB}"/>
    <dgm:cxn modelId="{F042C44B-A70D-4B67-A279-4432D62886A5}" srcId="{EECBCE01-8A54-4B3E-AD7D-87A95B563AC9}" destId="{B5F651AC-BF6B-477F-ACE7-F74ED9E6B097}" srcOrd="1" destOrd="0" parTransId="{91CBD41C-08BA-4145-9C32-C5063CFBA176}" sibTransId="{4F2C9927-4C0E-457D-ADD8-60217B5280A5}"/>
    <dgm:cxn modelId="{50DF106E-66A0-4E4E-B067-32CB7D2E8EFC}" type="presOf" srcId="{4F2C9927-4C0E-457D-ADD8-60217B5280A5}" destId="{31544887-A18B-4959-8526-F29084897686}" srcOrd="0" destOrd="0" presId="urn:microsoft.com/office/officeart/2024/3/layout/verticalVisualTextBlock1"/>
    <dgm:cxn modelId="{D68E4759-FD8A-4DDC-9B5F-ECFFCED6C685}" srcId="{1388708A-4AAB-4EC8-8357-62A4230DBA42}" destId="{610EFDD7-7C4B-4DBC-BF85-5ECFD3BE75D5}" srcOrd="0" destOrd="0" parTransId="{8E3DDAAD-0577-44C5-9ABC-59F633F6848F}" sibTransId="{D0897F15-F245-44E6-83D1-1B7254EA7B3E}"/>
    <dgm:cxn modelId="{4B195296-5922-4522-BA10-D829EAF794DD}" srcId="{4025BDD0-5850-4414-A28E-59A91254362A}" destId="{004B20E2-7969-4CA5-8464-90841F86E9B2}" srcOrd="0" destOrd="0" parTransId="{9FC7F8B6-F8FA-4C83-861B-156F0BA45955}" sibTransId="{D7294466-28A9-4D89-8FD7-E3B1604E3794}"/>
    <dgm:cxn modelId="{9261E7BF-695A-428F-84A3-60818F3E8A67}" srcId="{EECBCE01-8A54-4B3E-AD7D-87A95B563AC9}" destId="{4025BDD0-5850-4414-A28E-59A91254362A}" srcOrd="2" destOrd="0" parTransId="{5FAF52CC-4D3B-44D9-BBEE-50473F8612F5}" sibTransId="{29DDC655-1B2B-4BF1-AD5F-C562402406E9}"/>
    <dgm:cxn modelId="{06AD5FC1-6B88-42D5-922C-4E1CFF0F4BB5}" type="presOf" srcId="{6B76CF19-7683-41DB-856A-CB584374ED6B}" destId="{B8DFC763-CC37-4FB2-BBA0-C1C4EF68F482}" srcOrd="0" destOrd="0" presId="urn:microsoft.com/office/officeart/2024/3/layout/verticalVisualTextBlock1"/>
    <dgm:cxn modelId="{E07BAFC5-AAEC-4EDD-89BF-168F3EA3399C}" type="presOf" srcId="{4025BDD0-5850-4414-A28E-59A91254362A}" destId="{2CA0CF32-072A-44C7-A33D-447CAD195C7A}" srcOrd="0" destOrd="0" presId="urn:microsoft.com/office/officeart/2024/3/layout/verticalVisualTextBlock1"/>
    <dgm:cxn modelId="{45BB28C7-0D59-4B27-A65D-81EF2011C0FA}" type="presOf" srcId="{610EFDD7-7C4B-4DBC-BF85-5ECFD3BE75D5}" destId="{1D801233-70AC-470D-A13B-396281E9E517}" srcOrd="0" destOrd="0" presId="urn:microsoft.com/office/officeart/2024/3/layout/verticalVisualTextBlock1"/>
    <dgm:cxn modelId="{16584ADF-CE47-47FB-826E-3CEE80E2AAA3}" srcId="{B5F651AC-BF6B-477F-ACE7-F74ED9E6B097}" destId="{6B76CF19-7683-41DB-856A-CB584374ED6B}" srcOrd="0" destOrd="0" parTransId="{4E2A80CF-3684-49BE-9F5C-3D0FB81C4749}" sibTransId="{A74FFCE4-6A4A-4BE4-A218-EA254D95EC35}"/>
    <dgm:cxn modelId="{636B00E9-8F0E-44DD-B38E-94EEB29AA00F}" type="presOf" srcId="{099592E4-6F2E-49E3-8A56-D67069AF87EB}" destId="{2F9726F9-5D4B-48C5-9DD8-1B84D1F141A5}" srcOrd="0" destOrd="0" presId="urn:microsoft.com/office/officeart/2024/3/layout/verticalVisualTextBlock1"/>
    <dgm:cxn modelId="{309642F1-D08D-4B65-ABFF-E8FEC6E79CC0}" type="presOf" srcId="{004B20E2-7969-4CA5-8464-90841F86E9B2}" destId="{3B38D4CA-F062-4A77-806E-8F65B960788B}" srcOrd="0" destOrd="0" presId="urn:microsoft.com/office/officeart/2024/3/layout/verticalVisualTextBlock1"/>
    <dgm:cxn modelId="{A4505FFC-18DB-4E0F-A794-271B7CFA9A9F}" type="presOf" srcId="{B5F651AC-BF6B-477F-ACE7-F74ED9E6B097}" destId="{FE25D687-8254-45E7-AF07-19BFAE258089}" srcOrd="0" destOrd="0" presId="urn:microsoft.com/office/officeart/2024/3/layout/verticalVisualTextBlock1"/>
    <dgm:cxn modelId="{5CCED3B7-1D6D-4B74-9896-A12A504939BC}" type="presParOf" srcId="{4BCB7C69-7A95-41A3-8384-D05021E962BB}" destId="{8E4E77B7-5B3B-4269-ABF6-FD227BA89B11}" srcOrd="0" destOrd="0" presId="urn:microsoft.com/office/officeart/2024/3/layout/verticalVisualTextBlock1"/>
    <dgm:cxn modelId="{CC4EF675-5001-4648-90B8-98459306A858}" type="presParOf" srcId="{8E4E77B7-5B3B-4269-ABF6-FD227BA89B11}" destId="{0A2266A2-26C2-4285-A701-FEA83A03A630}" srcOrd="0" destOrd="0" presId="urn:microsoft.com/office/officeart/2024/3/layout/verticalVisualTextBlock1"/>
    <dgm:cxn modelId="{A6AE4F86-E42E-4ADC-8FD0-D835E8D458D4}" type="presParOf" srcId="{8E4E77B7-5B3B-4269-ABF6-FD227BA89B11}" destId="{8B43E50D-6AF7-41F0-A9A6-0AB539A3B6C6}" srcOrd="1" destOrd="0" presId="urn:microsoft.com/office/officeart/2024/3/layout/verticalVisualTextBlock1"/>
    <dgm:cxn modelId="{7F46009C-B978-43F5-9345-FAD1CEA25250}" type="presParOf" srcId="{8E4E77B7-5B3B-4269-ABF6-FD227BA89B11}" destId="{1D801233-70AC-470D-A13B-396281E9E517}" srcOrd="2" destOrd="0" presId="urn:microsoft.com/office/officeart/2024/3/layout/verticalVisualTextBlock1"/>
    <dgm:cxn modelId="{48BE920F-DE22-4A4E-AFDD-E6F3C30CF8EC}" type="presParOf" srcId="{4BCB7C69-7A95-41A3-8384-D05021E962BB}" destId="{2F9726F9-5D4B-48C5-9DD8-1B84D1F141A5}" srcOrd="1" destOrd="0" presId="urn:microsoft.com/office/officeart/2024/3/layout/verticalVisualTextBlock1"/>
    <dgm:cxn modelId="{FD8D8857-8F56-47A6-ABD2-B332082D2BFA}" type="presParOf" srcId="{4BCB7C69-7A95-41A3-8384-D05021E962BB}" destId="{CEC4FFB3-0418-4ED2-B7A1-D98FDA2D5EA6}" srcOrd="2" destOrd="0" presId="urn:microsoft.com/office/officeart/2024/3/layout/verticalVisualTextBlock1"/>
    <dgm:cxn modelId="{27B3ED2A-BF7A-406C-9D2D-BC204330A73E}" type="presParOf" srcId="{CEC4FFB3-0418-4ED2-B7A1-D98FDA2D5EA6}" destId="{D2207ACF-992D-4836-87C8-F8DD648087EB}" srcOrd="0" destOrd="0" presId="urn:microsoft.com/office/officeart/2024/3/layout/verticalVisualTextBlock1"/>
    <dgm:cxn modelId="{E69865E2-AFE4-4C3F-83D7-42FFFFC2D448}" type="presParOf" srcId="{CEC4FFB3-0418-4ED2-B7A1-D98FDA2D5EA6}" destId="{FE25D687-8254-45E7-AF07-19BFAE258089}" srcOrd="1" destOrd="0" presId="urn:microsoft.com/office/officeart/2024/3/layout/verticalVisualTextBlock1"/>
    <dgm:cxn modelId="{CEEF3F1E-E9BF-4E8F-8170-437BC13C1905}" type="presParOf" srcId="{CEC4FFB3-0418-4ED2-B7A1-D98FDA2D5EA6}" destId="{B8DFC763-CC37-4FB2-BBA0-C1C4EF68F482}" srcOrd="2" destOrd="0" presId="urn:microsoft.com/office/officeart/2024/3/layout/verticalVisualTextBlock1"/>
    <dgm:cxn modelId="{15EE5AF8-541C-4D55-B253-40F3EFB192A8}" type="presParOf" srcId="{4BCB7C69-7A95-41A3-8384-D05021E962BB}" destId="{31544887-A18B-4959-8526-F29084897686}" srcOrd="3" destOrd="0" presId="urn:microsoft.com/office/officeart/2024/3/layout/verticalVisualTextBlock1"/>
    <dgm:cxn modelId="{F9596D5D-3E11-4203-96D6-F58A687AD3FD}" type="presParOf" srcId="{4BCB7C69-7A95-41A3-8384-D05021E962BB}" destId="{C15549DC-F422-47D1-8D81-66E420CA8E36}" srcOrd="4" destOrd="0" presId="urn:microsoft.com/office/officeart/2024/3/layout/verticalVisualTextBlock1"/>
    <dgm:cxn modelId="{DA16CF07-4DD8-4539-9A94-C6F52A974FC6}" type="presParOf" srcId="{C15549DC-F422-47D1-8D81-66E420CA8E36}" destId="{9D237274-C288-4F1A-99D6-1C415A6688B1}" srcOrd="0" destOrd="0" presId="urn:microsoft.com/office/officeart/2024/3/layout/verticalVisualTextBlock1"/>
    <dgm:cxn modelId="{2EF6C473-8813-497E-8BB4-ED44D8A148EC}" type="presParOf" srcId="{C15549DC-F422-47D1-8D81-66E420CA8E36}" destId="{2CA0CF32-072A-44C7-A33D-447CAD195C7A}" srcOrd="1" destOrd="0" presId="urn:microsoft.com/office/officeart/2024/3/layout/verticalVisualTextBlock1"/>
    <dgm:cxn modelId="{7AE3762E-2AE4-482B-8F72-F0E50B8096AD}" type="presParOf" srcId="{C15549DC-F422-47D1-8D81-66E420CA8E36}" destId="{3B38D4CA-F062-4A77-806E-8F65B960788B}"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2266A2-26C2-4285-A701-FEA83A03A630}">
      <dsp:nvSpPr>
        <dsp:cNvPr id="0" name=""/>
        <dsp:cNvSpPr/>
      </dsp:nvSpPr>
      <dsp:spPr>
        <a:xfrm>
          <a:off x="0" y="0"/>
          <a:ext cx="1556865" cy="155686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8265" r="17983" b="-3"/>
          <a:stretch/>
        </a:blipFill>
        <a:ln>
          <a:noFill/>
        </a:ln>
        <a:effectLst/>
      </dsp:spPr>
      <dsp:style>
        <a:lnRef idx="0">
          <a:scrgbClr r="0" g="0" b="0"/>
        </a:lnRef>
        <a:fillRef idx="3">
          <a:scrgbClr r="0" g="0" b="0"/>
        </a:fillRef>
        <a:effectRef idx="2">
          <a:scrgbClr r="0" g="0" b="0"/>
        </a:effectRef>
        <a:fontRef idx="minor">
          <a:schemeClr val="lt1"/>
        </a:fontRef>
      </dsp:style>
    </dsp:sp>
    <dsp:sp modelId="{8B43E50D-6AF7-41F0-A9A6-0AB539A3B6C6}">
      <dsp:nvSpPr>
        <dsp:cNvPr id="0" name=""/>
        <dsp:cNvSpPr/>
      </dsp:nvSpPr>
      <dsp:spPr>
        <a:xfrm>
          <a:off x="1736865" y="0"/>
          <a:ext cx="9586639" cy="385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AI와 소프트웨어 개발</a:t>
          </a:r>
        </a:p>
      </dsp:txBody>
      <dsp:txXfrm>
        <a:off x="1736865" y="0"/>
        <a:ext cx="9586639" cy="385622"/>
      </dsp:txXfrm>
    </dsp:sp>
    <dsp:sp modelId="{1D801233-70AC-470D-A13B-396281E9E517}">
      <dsp:nvSpPr>
        <dsp:cNvPr id="0" name=""/>
        <dsp:cNvSpPr/>
      </dsp:nvSpPr>
      <dsp:spPr>
        <a:xfrm>
          <a:off x="1736865" y="385622"/>
          <a:ext cx="9586639" cy="1171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AI는 방대한 GitHub 저장소 데이터를 학습해 독립적으로 코드를 작성하며 개발자의 75%가 AI 도우미를 사용한다.</a:t>
          </a:r>
        </a:p>
      </dsp:txBody>
      <dsp:txXfrm>
        <a:off x="1736865" y="385622"/>
        <a:ext cx="9586639" cy="1171243"/>
      </dsp:txXfrm>
    </dsp:sp>
    <dsp:sp modelId="{D2207ACF-992D-4836-87C8-F8DD648087EB}">
      <dsp:nvSpPr>
        <dsp:cNvPr id="0" name=""/>
        <dsp:cNvSpPr/>
      </dsp:nvSpPr>
      <dsp:spPr>
        <a:xfrm>
          <a:off x="0" y="1681414"/>
          <a:ext cx="1556865" cy="155686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3466" r="20285" b="1"/>
          <a:stretch/>
        </a:blipFill>
        <a:ln>
          <a:noFill/>
        </a:ln>
        <a:effectLst/>
      </dsp:spPr>
      <dsp:style>
        <a:lnRef idx="0">
          <a:scrgbClr r="0" g="0" b="0"/>
        </a:lnRef>
        <a:fillRef idx="3">
          <a:scrgbClr r="0" g="0" b="0"/>
        </a:fillRef>
        <a:effectRef idx="2">
          <a:scrgbClr r="0" g="0" b="0"/>
        </a:effectRef>
        <a:fontRef idx="minor">
          <a:schemeClr val="lt1"/>
        </a:fontRef>
      </dsp:style>
    </dsp:sp>
    <dsp:sp modelId="{FE25D687-8254-45E7-AF07-19BFAE258089}">
      <dsp:nvSpPr>
        <dsp:cNvPr id="0" name=""/>
        <dsp:cNvSpPr/>
      </dsp:nvSpPr>
      <dsp:spPr>
        <a:xfrm>
          <a:off x="1736865" y="1681414"/>
          <a:ext cx="9586639" cy="385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AI 기반 고객지원</a:t>
          </a:r>
        </a:p>
      </dsp:txBody>
      <dsp:txXfrm>
        <a:off x="1736865" y="1681414"/>
        <a:ext cx="9586639" cy="385622"/>
      </dsp:txXfrm>
    </dsp:sp>
    <dsp:sp modelId="{B8DFC763-CC37-4FB2-BBA0-C1C4EF68F482}">
      <dsp:nvSpPr>
        <dsp:cNvPr id="0" name=""/>
        <dsp:cNvSpPr/>
      </dsp:nvSpPr>
      <dsp:spPr>
        <a:xfrm>
          <a:off x="1736865" y="2067036"/>
          <a:ext cx="9586639" cy="1171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고객지원 분야에서 AI는 통화와 이메일 데이터를 활용해 응답을 자동화하며 비용을 23.5% 절감한다.</a:t>
          </a:r>
        </a:p>
      </dsp:txBody>
      <dsp:txXfrm>
        <a:off x="1736865" y="2067036"/>
        <a:ext cx="9586639" cy="1171243"/>
      </dsp:txXfrm>
    </dsp:sp>
    <dsp:sp modelId="{9D237274-C288-4F1A-99D6-1C415A6688B1}">
      <dsp:nvSpPr>
        <dsp:cNvPr id="0" name=""/>
        <dsp:cNvSpPr/>
      </dsp:nvSpPr>
      <dsp:spPr>
        <a:xfrm>
          <a:off x="0" y="3362828"/>
          <a:ext cx="1556865" cy="155686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1823" r="31923" b="-6"/>
          <a:stretch/>
        </a:blipFill>
        <a:ln>
          <a:noFill/>
        </a:ln>
        <a:effectLst/>
      </dsp:spPr>
      <dsp:style>
        <a:lnRef idx="0">
          <a:scrgbClr r="0" g="0" b="0"/>
        </a:lnRef>
        <a:fillRef idx="3">
          <a:scrgbClr r="0" g="0" b="0"/>
        </a:fillRef>
        <a:effectRef idx="2">
          <a:scrgbClr r="0" g="0" b="0"/>
        </a:effectRef>
        <a:fontRef idx="minor">
          <a:schemeClr val="lt1"/>
        </a:fontRef>
      </dsp:style>
    </dsp:sp>
    <dsp:sp modelId="{2CA0CF32-072A-44C7-A33D-447CAD195C7A}">
      <dsp:nvSpPr>
        <dsp:cNvPr id="0" name=""/>
        <dsp:cNvSpPr/>
      </dsp:nvSpPr>
      <dsp:spPr>
        <a:xfrm>
          <a:off x="1736865" y="3362828"/>
          <a:ext cx="9586639" cy="3856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AI와 금융 트레이딩</a:t>
          </a:r>
        </a:p>
      </dsp:txBody>
      <dsp:txXfrm>
        <a:off x="1736865" y="3362828"/>
        <a:ext cx="9586639" cy="385622"/>
      </dsp:txXfrm>
    </dsp:sp>
    <dsp:sp modelId="{3B38D4CA-F062-4A77-806E-8F65B960788B}">
      <dsp:nvSpPr>
        <dsp:cNvPr id="0" name=""/>
        <dsp:cNvSpPr/>
      </dsp:nvSpPr>
      <dsp:spPr>
        <a:xfrm>
          <a:off x="1736865" y="3748451"/>
          <a:ext cx="9586639" cy="1171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금융 분야에서는 AI가 알고리즘 트레이딩을 주도하며 미국 주식 거래의 70%가 고빈도 트레이딩이다.</a:t>
          </a:r>
        </a:p>
      </dsp:txBody>
      <dsp:txXfrm>
        <a:off x="1736865" y="3748451"/>
        <a:ext cx="9586639" cy="1171243"/>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dirty="0"/>
          </a:p>
        </p:txBody>
      </p:sp>
      <p:sp>
        <p:nvSpPr>
          <p:cNvPr id="3" name="날짜 개체 틀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5D1EC30-5B0B-48D0-A1A8-66A96720DF24}" type="datetimeFigureOut">
              <a:rPr lang="en-US" smtClean="0"/>
              <a:t>11/7/2025</a:t>
            </a:fld>
            <a:endParaRPr lang="en-US" dirty="0"/>
          </a:p>
        </p:txBody>
      </p:sp>
      <p:sp>
        <p:nvSpPr>
          <p:cNvPr id="4" name="바닥글 개체 틀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dirty="0"/>
          </a:p>
        </p:txBody>
      </p:sp>
      <p:sp>
        <p:nvSpPr>
          <p:cNvPr id="5" name="슬라이드 번호 개체 틀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9F68A4D-42A7-45F7-9930-00E8DCB48D7E}" type="datetimeFigureOut">
              <a:rPr lang="en-US" smtClean="0"/>
              <a:t>11/7/2025</a:t>
            </a:fld>
            <a:endParaRPr 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normAutofit/>
          </a:body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algun Gothic" panose="020B0503020000020004" pitchFamily="34" charset="-127"/>
        <a:ea typeface="Malgun Gothic" panose="020B0503020000020004" pitchFamily="34" charset="-127"/>
        <a:cs typeface="+mn-cs"/>
      </a:defRPr>
    </a:lvl1pPr>
    <a:lvl2pPr marL="457200" algn="l" defTabSz="914400" rtl="0" eaLnBrk="1" latinLnBrk="0" hangingPunct="1">
      <a:defRPr sz="1200" kern="1200">
        <a:solidFill>
          <a:schemeClr val="tx1"/>
        </a:solidFill>
        <a:latin typeface="Malgun Gothic" panose="020B0503020000020004" pitchFamily="34" charset="-127"/>
        <a:ea typeface="Malgun Gothic" panose="020B0503020000020004" pitchFamily="34" charset="-127"/>
        <a:cs typeface="+mn-cs"/>
      </a:defRPr>
    </a:lvl2pPr>
    <a:lvl3pPr marL="914400" algn="l" defTabSz="914400" rtl="0" eaLnBrk="1" latinLnBrk="0" hangingPunct="1">
      <a:defRPr sz="1200" kern="1200">
        <a:solidFill>
          <a:schemeClr val="tx1"/>
        </a:solidFill>
        <a:latin typeface="Malgun Gothic" panose="020B0503020000020004" pitchFamily="34" charset="-127"/>
        <a:ea typeface="Malgun Gothic" panose="020B0503020000020004" pitchFamily="34" charset="-127"/>
        <a:cs typeface="+mn-cs"/>
      </a:defRPr>
    </a:lvl3pPr>
    <a:lvl4pPr marL="1371600" algn="l" defTabSz="914400" rtl="0" eaLnBrk="1" latinLnBrk="0" hangingPunct="1">
      <a:defRPr sz="1200" kern="1200">
        <a:solidFill>
          <a:schemeClr val="tx1"/>
        </a:solidFill>
        <a:latin typeface="Malgun Gothic" panose="020B0503020000020004" pitchFamily="34" charset="-127"/>
        <a:ea typeface="Malgun Gothic" panose="020B0503020000020004" pitchFamily="34" charset="-127"/>
        <a:cs typeface="+mn-cs"/>
      </a:defRPr>
    </a:lvl4pPr>
    <a:lvl5pPr marL="1828800" algn="l" defTabSz="914400" rtl="0" eaLnBrk="1" latinLnBrk="0" hangingPunct="1">
      <a:defRPr sz="1200" kern="1200">
        <a:solidFill>
          <a:schemeClr val="tx1"/>
        </a:solidFill>
        <a:latin typeface="Malgun Gothic" panose="020B0503020000020004" pitchFamily="34" charset="-127"/>
        <a:ea typeface="Malgun Gothic" panose="020B0503020000020004" pitchFamily="34"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생성 콘텐츠는 정확하지 않을 수 있습니다.
---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a:t>
            </a:fld>
            <a:endParaRPr lang="en-US" dirty="0"/>
          </a:p>
        </p:txBody>
      </p:sp>
    </p:spTree>
    <p:extLst>
      <p:ext uri="{BB962C8B-B14F-4D97-AF65-F5344CB8AC3E}">
        <p14:creationId xmlns:p14="http://schemas.microsoft.com/office/powerpoint/2010/main" val="1228563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이 슬라이드는 다음 파일의 정보를 참조합니다. https://kr-prod.asyncgw.teams.microsoft.com/v1/objects/0-ckr-d2-6e73461cd2404d96119bb0de06b6aed5/views/original/AI_Skills_vs_Experience_Korean_Summary.pptx
데이터가 풍부한 산업 vs 부족한 산업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2</a:t>
            </a:fld>
            <a:endParaRPr lang="en-US" dirty="0"/>
          </a:p>
        </p:txBody>
      </p:sp>
    </p:spTree>
    <p:extLst>
      <p:ext uri="{BB962C8B-B14F-4D97-AF65-F5344CB8AC3E}">
        <p14:creationId xmlns:p14="http://schemas.microsoft.com/office/powerpoint/2010/main" val="1500119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이 슬라이드는 다음 파일의 정보를 참조합니다. https://kr-prod.asyncgw.teams.microsoft.com/v1/objects/0-ckr-d2-6e73461cd2404d96119bb0de06b6aed5/views/original/AI_Skills_vs_Experience_Korean_Summary.pptx
AI가 일부 산업에서 빠르게 도입되고 있는 이유는 해당 산업이 보유한 데이터의 양과 질에 크게 좌우된다. 금융, 고객지원, 소프트웨어 개발과 같은 데이터가 풍부한 산업은 AI가 학습할 수 있는 자료가 많아 자동화와 효율화가 빠르게 진행된다. 예를 들어, 고객지원 분야에서는 통화 기록, 이메일, 티켓 데이터 등이 풍부하여 AI가 응답을 개선하고 비용을 절감하는 데 활용된다. 반면, 의료, 건설, 교육과 같은 산업은 데이터가 부족하거나 접근이 제한되어 있어 AI 도입에 어려움을 겪는다. 의료 분야는 환자 데이터가 병원, 보험사, 클리닉 등 여러 기관에 분산되어 있고, HIPAA와 같은 개인정보 보호법으로 인해 공개된 데이터가 적다. 건설 산업은 디지털 기록이 거의 없고 프로젝트마다 상황이 달라 표준화된 학습이 어렵다. 교육 분야 역시 FERPA와 같은 법률로 인해 학생 데이터 수집과 공유가 제한된다. 이러한 데이터 격차는 AI 도입 속도에 직접적인 영향을 미치며, 산업별로 AI의 적용 가능성과 효과가 크게 달라진다.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3</a:t>
            </a:fld>
            <a:endParaRPr lang="en-US" dirty="0"/>
          </a:p>
        </p:txBody>
      </p:sp>
    </p:spTree>
    <p:extLst>
      <p:ext uri="{BB962C8B-B14F-4D97-AF65-F5344CB8AC3E}">
        <p14:creationId xmlns:p14="http://schemas.microsoft.com/office/powerpoint/2010/main" val="390432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이 슬라이드는 다음 파일의 정보를 참조합니다. https://kr-prod.asyncgw.teams.microsoft.com/v1/objects/0-ckr-d2-6e73461cd2404d96119bb0de06b6aed5/views/original/AI_Skills_vs_Experience_Korean_Summary.pptx
소프트웨어 개발, 고객지원, 금융 분야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4</a:t>
            </a:fld>
            <a:endParaRPr lang="en-US" dirty="0"/>
          </a:p>
        </p:txBody>
      </p:sp>
    </p:spTree>
    <p:extLst>
      <p:ext uri="{BB962C8B-B14F-4D97-AF65-F5344CB8AC3E}">
        <p14:creationId xmlns:p14="http://schemas.microsoft.com/office/powerpoint/2010/main" val="3335438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이 슬라이드는 다음 파일의 정보를 참조합니다. https://kr-prod.asyncgw.teams.microsoft.com/v1/objects/0-ckr-d2-6e73461cd2404d96119bb0de06b6aed5/views/original/AI_Skills_vs_Experience_Korean_Summary.pptx
AI는 특히 소프트웨어 개발, 고객지원, 금융 분야에서 빠르게 기존 직업을 대체하고 있다. 소프트웨어 개발 분야에서는 GitHub에 등록된 4억 2천만 개 이상의 저장소와 2천 8백만 개 이상의 공개 저장소를 통해 AI가 다양한 프로그래밍 문제 해결 방법을 학습할 수 있다. GitHub Copilot과 같은 도구는 이러한 데이터를 기반으로 독립적으로 코드를 작성할 수 있으며, 현재 개발자의 75%가 AI 도우미를 사용하고 있다. 고객지원 분야는 통화, 이메일, 티켓 등의 데이터가 풍부하여 AI가 응답을 자동화하고 비용을 23.5% 절감하는 데 기여하고 있다. 금융 분야에서는 알고리즘 트레이딩에 AI가 광범위하게 활용되며, 미국 주식 시장 거래량의 약 70%가 고빈도 트레이딩으로 이루어지고 있다. 이처럼 데이터가 풍부한 산업은 AI가 학습하고 적용하기 쉬워 빠르게 자동화가 진행되고 있으며, 기존 직업의 구조가 급속도로 변화하고 있다.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5</a:t>
            </a:fld>
            <a:endParaRPr lang="en-US" dirty="0"/>
          </a:p>
        </p:txBody>
      </p:sp>
    </p:spTree>
    <p:extLst>
      <p:ext uri="{BB962C8B-B14F-4D97-AF65-F5344CB8AC3E}">
        <p14:creationId xmlns:p14="http://schemas.microsoft.com/office/powerpoint/2010/main" val="3076114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이 슬라이드는 다음 파일의 정보를 참조합니다. https://kr-prod.asyncgw.teams.microsoft.com/v1/objects/0-ckr-d2-6e73461cd2404d96119bb0de06b6aed5/views/original/AI_Skills_vs_Experience_Korean_Summary.pptx
의료, 건설, 교육 분야의 제약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6</a:t>
            </a:fld>
            <a:endParaRPr lang="en-US" dirty="0"/>
          </a:p>
        </p:txBody>
      </p:sp>
    </p:spTree>
    <p:extLst>
      <p:ext uri="{BB962C8B-B14F-4D97-AF65-F5344CB8AC3E}">
        <p14:creationId xmlns:p14="http://schemas.microsoft.com/office/powerpoint/2010/main" val="780060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이 슬라이드는 다음 파일의 정보를 참조합니다. https://kr-prod.asyncgw.teams.microsoft.com/v1/objects/0-ckr-d2-6e73461cd2404d96119bb0de06b6aed5/views/original/AI_Skills_vs_Experience_Korean_Summary.pptx
AI 도입이 느린 산업은 공통적으로 데이터 접근성과 품질에 제약이 있다. 의료 분야는 환자 데이터가 여러 기관에 분산되어 있고, HIPAA와 같은 개인정보 보호법으로 인해 공개된 수술 데이터셋은 10% 미만에 불과하다. 이러한 데이터 부족은 AI가 효과적으로 학습하고 적용되는 데 큰 장애물이 된다. 건설 산업은 디지털 기록이 거의 없고, 프로젝트마다 상황이 달라 표준화된 데이터 수집이 어렵다. 문서화가 제대로 이루어지지 않으며, 어떤 방식이 효과적인지 추적할 수 있는 시스템이 부족하다. 교육 분야는 FERPA와 같은 학생 개인정보 보호법으로 인해 데이터 수집과 공유가 제한되며, AI가 학습할 수 있는 자료가 부족하다. 이러한 제약으로 인해 해당 산업에서는 AI 도입이 느리게 진행되며, 기술과 기존 업무 방식 간의 마찰이 발생한다. 일부 산업은 이를 극복하기 위해 수술실에 영상 모니터링을 설치하거나, 학생의 눈 움직임과 타이핑 패턴을 추적하는 AI 감시 시스템을 도입하는 등 논란이 있는 방법을 시도하고 있다.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7</a:t>
            </a:fld>
            <a:endParaRPr lang="en-US" dirty="0"/>
          </a:p>
        </p:txBody>
      </p:sp>
    </p:spTree>
    <p:extLst>
      <p:ext uri="{BB962C8B-B14F-4D97-AF65-F5344CB8AC3E}">
        <p14:creationId xmlns:p14="http://schemas.microsoft.com/office/powerpoint/2010/main" val="2653934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이 슬라이드는 다음 파일의 정보를 참조합니다. https://kr-prod.asyncgw.teams.microsoft.com/v1/objects/0-ckr-d2-6e73461cd2404d96119bb0de06b6aed5/views/original/AI_Skills_vs_Experience_Korean_Summary.pptx
창조적 파괴와 일자리 재편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8</a:t>
            </a:fld>
            <a:endParaRPr lang="en-US" dirty="0"/>
          </a:p>
        </p:txBody>
      </p:sp>
    </p:spTree>
    <p:extLst>
      <p:ext uri="{BB962C8B-B14F-4D97-AF65-F5344CB8AC3E}">
        <p14:creationId xmlns:p14="http://schemas.microsoft.com/office/powerpoint/2010/main" val="1252710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이 슬라이드는 다음 파일의 정보를 참조합니다. https://kr-prod.asyncgw.teams.microsoft.com/v1/objects/0-ckr-d2-6e73461cd2404d96119bb0de06b6aed5/views/original/AI_Skills_vs_Experience_Korean_Summary.pptx
AI의 도입은 산업별로 경제적 영향과 일자리 변화 양상이 다르게 나타난다. 데이터가 풍부한 산업에서는 '창조적 파괴'가 빠르게 진행되며, 기존 직업이 사라지고 새로운 직업이 등장한다. 예를 들어, 500명의 고객센터 직원이 있던 조직이 50명의 AI 감독 전문가로 재편될 수 있다. 반면, 데이터가 부족한 산업은 디지털화 과정에서 기술과 기존 관행 간의 마찰이 발생하며, 변화가 느리지만 더 깊은 구조적 재편이 이루어진다. 2030년까지 9,200만 개의 일자리가 사라지고 1억 7천만 개의 새로운 일자리가 생길 것으로 예상되지만, 이는 단순한 교체가 아니라 지역, 기술, 인력 구성의 변화가 수반된다. 새로운 일자리는 기존의 기술과는 다른 역량을 요구하며, 기술 허브에 집중되는 경향이 있다. 따라서 단순히 일자리 수의 변화보다, 사라지는 일자리와 새로 생기는 일자리 간의 격차가 더 큰 문제로 부각되고 있다.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9</a:t>
            </a:fld>
            <a:endParaRPr lang="en-US" dirty="0"/>
          </a:p>
        </p:txBody>
      </p:sp>
    </p:spTree>
    <p:extLst>
      <p:ext uri="{BB962C8B-B14F-4D97-AF65-F5344CB8AC3E}">
        <p14:creationId xmlns:p14="http://schemas.microsoft.com/office/powerpoint/2010/main" val="3110875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이 슬라이드는 다음 파일의 정보를 참조합니다. https://kr-prod.asyncgw.teams.microsoft.com/v1/objects/0-ckr-d2-6e73461cd2404d96119bb0de06b6aed5/views/original/AI_Skills_vs_Experience_Korean_Summary.pptx
적응력 중심의 역량 개발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10</a:t>
            </a:fld>
            <a:endParaRPr lang="en-US" dirty="0"/>
          </a:p>
        </p:txBody>
      </p:sp>
    </p:spTree>
    <p:extLst>
      <p:ext uri="{BB962C8B-B14F-4D97-AF65-F5344CB8AC3E}">
        <p14:creationId xmlns:p14="http://schemas.microsoft.com/office/powerpoint/2010/main" val="3525676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이 슬라이드는 다음 파일의 정보를 참조합니다. https://kr-prod.asyncgw.teams.microsoft.com/v1/objects/0-ckr-d2-6e73461cd2404d96119bb0de06b6aed5/views/original/AI_Skills_vs_Experience_Korean_Summary.pptx
AI 시대에 구직자가 성공적으로 적응하기 위해서는 기존의 경력 중심 사고에서 벗어나 적응력과 문제 해결 능력을 중심으로 역량을 재구성해야 한다. 산업 경계가 빠르게 흐려지고 있는 만큼, 인간의 판단력과 AI 기술을 결합하거나 기술 시스템과 비즈니스 요구를 연결하는 역할에 주목해야 한다. 이력서에는 단순히 수행한 업무를 나열하기보다, 새로운 시스템을 어떻게 학습하고 적용했는지를 강조하는 것이 중요하다. 기업은 불확실성을 잘 탐색하고 새로운 도구를 기존 업무에 통합할 수 있는 인재를 선호한다. 또한, AI를 도입하는 조직은 기술을 실제 업무에 적용하는 데 어려움을 겪고 있으므로, 관리, 교육, 프로세스 최적화와 같은 역할이 중요해진다. 이러한 역할은 깊은 기술 지식보다는 조직 운영에 대한 이해가 요구된다. 현재 산업에서 AI와의 접점을 찾는 것도 전략적이다. 예를 들어, 의료 분야에서는 환자 치료와 데이터 분석을 모두 이해하는 인재가 필요하며, 제조업에서는 자동화 시스템과 협업할 수 있는 운영자가 필요하다. 기존 산업 지식에 AI 기초 역량을 결합하면, 완전히 새로운 분야로 이동하지 않고도 더 많은 기회를 창출할 수 있다.
</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11</a:t>
            </a:fld>
            <a:endParaRPr lang="en-US" dirty="0"/>
          </a:p>
        </p:txBody>
      </p:sp>
    </p:spTree>
    <p:extLst>
      <p:ext uri="{BB962C8B-B14F-4D97-AF65-F5344CB8AC3E}">
        <p14:creationId xmlns:p14="http://schemas.microsoft.com/office/powerpoint/2010/main" val="30894621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그림이 있는 제목">
    <p:bg>
      <p:bgPr>
        <a:solidFill>
          <a:schemeClr val="bg2">
            <a:lumMod val="90000"/>
          </a:schemeClr>
        </a:solidFill>
        <a:effectLst/>
      </p:bgPr>
    </p:bg>
    <p:spTree>
      <p:nvGrpSpPr>
        <p:cNvPr id="1" name=""/>
        <p:cNvGrpSpPr/>
        <p:nvPr/>
      </p:nvGrpSpPr>
      <p:grpSpPr>
        <a:xfrm>
          <a:off x="0" y="0"/>
          <a:ext cx="0" cy="0"/>
          <a:chOff x="0" y="0"/>
          <a:chExt cx="0" cy="0"/>
        </a:xfrm>
      </p:grpSpPr>
      <p:sp>
        <p:nvSpPr>
          <p:cNvPr id="19" name="제목 1">
            <a:extLst>
              <a:ext uri="{FF2B5EF4-FFF2-40B4-BE49-F238E27FC236}">
                <a16:creationId xmlns:a16="http://schemas.microsoft.com/office/drawing/2014/main" id="{7E57259E-EB49-83B2-A198-68B73458BDEB}"/>
              </a:ext>
            </a:extLst>
          </p:cNvPr>
          <p:cNvSpPr>
            <a:spLocks noGrp="1"/>
          </p:cNvSpPr>
          <p:nvPr>
            <p:ph type="ctrTitle" hasCustomPrompt="1"/>
          </p:nvPr>
        </p:nvSpPr>
        <p:spPr>
          <a:xfrm>
            <a:off x="7716623" y="1411358"/>
            <a:ext cx="3736010" cy="2845567"/>
          </a:xfrm>
        </p:spPr>
        <p:txBody>
          <a:bodyPr vert="horz" lIns="91440" tIns="45720" rIns="91440" bIns="45720" rtlCol="0" anchor="b">
            <a:normAutofit/>
          </a:bodyPr>
          <a:lstStyle>
            <a:lvl1pPr>
              <a:defRPr lang="en-US" sz="3600" dirty="0">
                <a:latin typeface="Malgun Gothic" panose="020B0503020000020004" pitchFamily="34" charset="-127"/>
                <a:ea typeface="Malgun Gothic" panose="020B0503020000020004" pitchFamily="34" charset="-127"/>
              </a:defRPr>
            </a:lvl1pPr>
          </a:lstStyle>
          <a:p>
            <a:pPr lvl="0" rtl="0"/>
            <a:r>
              <a:rPr lang="ko"/>
              <a:t>마스터 제목 스타일 편집</a:t>
            </a:r>
            <a:endParaRPr lang="en-US" dirty="0"/>
          </a:p>
        </p:txBody>
      </p:sp>
      <p:sp>
        <p:nvSpPr>
          <p:cNvPr id="20" name="부제목 2">
            <a:extLst>
              <a:ext uri="{FF2B5EF4-FFF2-40B4-BE49-F238E27FC236}">
                <a16:creationId xmlns:a16="http://schemas.microsoft.com/office/drawing/2014/main" id="{A132AEC4-FCF7-2D11-D3D9-B11462CDCF92}"/>
              </a:ext>
            </a:extLst>
          </p:cNvPr>
          <p:cNvSpPr>
            <a:spLocks noGrp="1"/>
          </p:cNvSpPr>
          <p:nvPr>
            <p:ph type="subTitle" idx="1" hasCustomPrompt="1"/>
          </p:nvPr>
        </p:nvSpPr>
        <p:spPr>
          <a:xfrm>
            <a:off x="7716621" y="4403039"/>
            <a:ext cx="3729915" cy="1123122"/>
          </a:xfrm>
          <a:prstGeom prst="rect">
            <a:avLst/>
          </a:prstGeom>
        </p:spPr>
        <p:txBody>
          <a:bodyPr vert="horz" lIns="91440" tIns="45720" rIns="91440" bIns="45720" rtlCol="0">
            <a:normAutofit/>
          </a:bodyPr>
          <a:lstStyle>
            <a:lvl1pPr marL="0" indent="0">
              <a:buNone/>
              <a:defRPr lang="en-US" sz="1400" dirty="0">
                <a:latin typeface="Malgun Gothic" panose="020B0503020000020004" pitchFamily="34" charset="-127"/>
                <a:ea typeface="Malgun Gothic" panose="020B0503020000020004" pitchFamily="34" charset="-127"/>
              </a:defRPr>
            </a:lvl1pPr>
          </a:lstStyle>
          <a:p>
            <a:pPr lvl="0" rtl="0"/>
            <a:r>
              <a:rPr lang="ko"/>
              <a:t>클릭하여 마스터 부제목 스타일 편집</a:t>
            </a:r>
            <a:endParaRPr lang="en-US" dirty="0"/>
          </a:p>
        </p:txBody>
      </p:sp>
      <p:sp>
        <p:nvSpPr>
          <p:cNvPr id="5" name="바닥글 개체 틀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74" y="2231727"/>
            <a:ext cx="4564362" cy="42920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9" y="5261154"/>
            <a:ext cx="1494490" cy="429205"/>
          </a:xfrm>
        </p:spPr>
        <p:txBody>
          <a:bodyPr rtlCol="0"/>
          <a:lstStyle>
            <a:lvl1pPr>
              <a:defRPr>
                <a:solidFill>
                  <a:schemeClr val="tx1"/>
                </a:solidFill>
                <a:effectLst/>
              </a:defRPr>
            </a:lvl1pPr>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18" name="그림 개체 틀 13">
            <a:extLst>
              <a:ext uri="{FF2B5EF4-FFF2-40B4-BE49-F238E27FC236}">
                <a16:creationId xmlns:a16="http://schemas.microsoft.com/office/drawing/2014/main" id="{2D414E7B-9F49-92EB-7F2B-395CE70FEEBA}"/>
              </a:ext>
            </a:extLst>
          </p:cNvPr>
          <p:cNvSpPr>
            <a:spLocks noGrp="1"/>
          </p:cNvSpPr>
          <p:nvPr>
            <p:ph type="pic" sz="quarter" idx="15" hasCustomPrompt="1"/>
          </p:nvPr>
        </p:nvSpPr>
        <p:spPr>
          <a:xfrm>
            <a:off x="597728" y="-6350"/>
            <a:ext cx="6656839" cy="6873766"/>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7" name="직선 연결선(S) 6">
            <a:extLst>
              <a:ext uri="{FF2B5EF4-FFF2-40B4-BE49-F238E27FC236}">
                <a16:creationId xmlns:a16="http://schemas.microsoft.com/office/drawing/2014/main" id="{A0C85949-E7A7-1597-9B25-6E4771C4834E}"/>
              </a:ext>
            </a:extLst>
          </p:cNvPr>
          <p:cNvCxnSpPr>
            <a:cxnSpLocks/>
          </p:cNvCxnSpPr>
          <p:nvPr userDrawn="1"/>
        </p:nvCxnSpPr>
        <p:spPr>
          <a:xfrm>
            <a:off x="7424272" y="164150"/>
            <a:ext cx="47677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EECB499A-44C1-4187-68C2-C06DFDB39E97}"/>
              </a:ext>
            </a:extLst>
          </p:cNvPr>
          <p:cNvCxnSpPr>
            <a:cxnSpLocks/>
          </p:cNvCxnSpPr>
          <p:nvPr userDrawn="1"/>
        </p:nvCxnSpPr>
        <p:spPr>
          <a:xfrm>
            <a:off x="74242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039F2815-A85D-9B68-7DDE-FE83662DD97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18700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내용">
    <p:bg>
      <p:bgRef idx="1001">
        <a:schemeClr val="bg1"/>
      </p:bgRef>
    </p:bg>
    <p:spTree>
      <p:nvGrpSpPr>
        <p:cNvPr id="1" name=""/>
        <p:cNvGrpSpPr/>
        <p:nvPr/>
      </p:nvGrpSpPr>
      <p:grpSpPr>
        <a:xfrm>
          <a:off x="0" y="0"/>
          <a:ext cx="0" cy="0"/>
          <a:chOff x="0" y="0"/>
          <a:chExt cx="0" cy="0"/>
        </a:xfrm>
      </p:grpSpPr>
      <p:cxnSp>
        <p:nvCxnSpPr>
          <p:cNvPr id="7" name="직선 연결선(S) 6">
            <a:extLst>
              <a:ext uri="{FF2B5EF4-FFF2-40B4-BE49-F238E27FC236}">
                <a16:creationId xmlns:a16="http://schemas.microsoft.com/office/drawing/2014/main" id="{6E5A671A-CD1D-3726-5EBC-4251B0B1F630}"/>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BC7433D9-FD02-59E2-0F81-A0B7201D2DA0}"/>
              </a:ext>
            </a:extLst>
          </p:cNvPr>
          <p:cNvSpPr>
            <a:spLocks noGrp="1"/>
          </p:cNvSpPr>
          <p:nvPr>
            <p:ph type="title" hasCustomPrompt="1"/>
          </p:nvPr>
        </p:nvSpPr>
        <p:spPr>
          <a:xfrm>
            <a:off x="612646" y="634991"/>
            <a:ext cx="11323505" cy="755659"/>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5" name="바닥글 개체 틀 4">
            <a:extLst>
              <a:ext uri="{FF2B5EF4-FFF2-40B4-BE49-F238E27FC236}">
                <a16:creationId xmlns:a16="http://schemas.microsoft.com/office/drawing/2014/main" id="{B17E6B5E-6174-FD5C-41E8-FFC44C650D7E}"/>
              </a:ext>
            </a:extLst>
          </p:cNvPr>
          <p:cNvSpPr>
            <a:spLocks noGrp="1"/>
          </p:cNvSpPr>
          <p:nvPr>
            <p:ph type="ftr" sz="quarter" idx="11"/>
          </p:nvPr>
        </p:nvSpPr>
        <p:spPr>
          <a:xfrm rot="16200000">
            <a:off x="-2067304" y="2241964"/>
            <a:ext cx="4564376"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9" name="직선 연결선(S) 8">
            <a:extLst>
              <a:ext uri="{FF2B5EF4-FFF2-40B4-BE49-F238E27FC236}">
                <a16:creationId xmlns:a16="http://schemas.microsoft.com/office/drawing/2014/main" id="{652BC221-6328-07B8-5E00-E12DFAC6BF4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내용 개체 틀 2">
            <a:extLst>
              <a:ext uri="{FF2B5EF4-FFF2-40B4-BE49-F238E27FC236}">
                <a16:creationId xmlns:a16="http://schemas.microsoft.com/office/drawing/2014/main" id="{6C2DD052-3E45-E789-01F8-33250024ECBD}"/>
              </a:ext>
            </a:extLst>
          </p:cNvPr>
          <p:cNvSpPr>
            <a:spLocks noGrp="1"/>
          </p:cNvSpPr>
          <p:nvPr>
            <p:ph idx="1" hasCustomPrompt="1"/>
          </p:nvPr>
        </p:nvSpPr>
        <p:spPr>
          <a:xfrm>
            <a:off x="612646" y="1572050"/>
            <a:ext cx="11323505" cy="4920463"/>
          </a:xfrm>
          <a:prstGeom prst="rect">
            <a:avLst/>
          </a:prstGeom>
        </p:spPr>
        <p:txBody>
          <a:bodyPr rtlCol="0">
            <a:normAutofit/>
          </a:bodyPr>
          <a:lstStyle>
            <a:lvl1pPr>
              <a:defRPr sz="1400">
                <a:latin typeface="Malgun Gothic" panose="020B0503020000020004" pitchFamily="34" charset="-127"/>
                <a:ea typeface="Malgun Gothic" panose="020B0503020000020004" pitchFamily="34" charset="-127"/>
              </a:defRPr>
            </a:lvl1pPr>
            <a:lvl2pPr>
              <a:defRPr sz="1400">
                <a:latin typeface="Malgun Gothic" panose="020B0503020000020004" pitchFamily="34" charset="-127"/>
                <a:ea typeface="Malgun Gothic" panose="020B0503020000020004" pitchFamily="34" charset="-127"/>
              </a:defRPr>
            </a:lvl2pPr>
            <a:lvl3pPr>
              <a:defRPr sz="1400">
                <a:latin typeface="Malgun Gothic" panose="020B0503020000020004" pitchFamily="34" charset="-127"/>
                <a:ea typeface="Malgun Gothic" panose="020B0503020000020004" pitchFamily="34" charset="-127"/>
              </a:defRPr>
            </a:lvl3pPr>
            <a:lvl4pPr>
              <a:defRPr sz="1400">
                <a:latin typeface="Malgun Gothic" panose="020B0503020000020004" pitchFamily="34" charset="-127"/>
                <a:ea typeface="Malgun Gothic" panose="020B0503020000020004" pitchFamily="34" charset="-127"/>
              </a:defRPr>
            </a:lvl4pPr>
            <a:lvl5pPr>
              <a:defRPr sz="1400">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Tree>
    <p:extLst>
      <p:ext uri="{BB962C8B-B14F-4D97-AF65-F5344CB8AC3E}">
        <p14:creationId xmlns:p14="http://schemas.microsoft.com/office/powerpoint/2010/main" val="298007511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그림 2가 있는 제목">
    <p:bg>
      <p:bgRef idx="1001">
        <a:schemeClr val="bg1"/>
      </p:bgRef>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7543799" y="634990"/>
            <a:ext cx="4244009" cy="4227952"/>
          </a:xfrm>
        </p:spPr>
        <p:txBody>
          <a:bodyPr vert="horz" lIns="91440" tIns="45720" rIns="91440" bIns="45720" rtlCol="0" anchor="t">
            <a:normAutofit/>
          </a:bodyPr>
          <a:lstStyle>
            <a:lvl1pPr>
              <a:defRPr lang="en-US" sz="3600" dirty="0">
                <a:latin typeface="Malgun Gothic" panose="020B0503020000020004" pitchFamily="34" charset="-127"/>
                <a:ea typeface="Malgun Gothic" panose="020B0503020000020004" pitchFamily="34" charset="-127"/>
              </a:defRPr>
            </a:lvl1pPr>
          </a:lstStyle>
          <a:p>
            <a:pPr lvl="0" rtl="0"/>
            <a:r>
              <a:rPr lang="ko"/>
              <a:t>마스터 제목 스타일 편집</a:t>
            </a:r>
            <a:endParaRPr lang="en-US" dirty="0"/>
          </a:p>
        </p:txBody>
      </p:sp>
      <p:sp>
        <p:nvSpPr>
          <p:cNvPr id="3" name="부제목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7543799" y="5189329"/>
            <a:ext cx="3741886" cy="1033669"/>
          </a:xfrm>
          <a:prstGeom prst="rect">
            <a:avLst/>
          </a:prstGeom>
        </p:spPr>
        <p:txBody>
          <a:bodyPr vert="horz" lIns="91440" tIns="45720" rIns="91440" bIns="45720" rtlCol="0" anchor="b">
            <a:normAutofit/>
          </a:bodyPr>
          <a:lstStyle>
            <a:lvl1pPr marL="0" indent="0">
              <a:buNone/>
              <a:defRPr lang="en-US" sz="1400" dirty="0">
                <a:latin typeface="Malgun Gothic" panose="020B0503020000020004" pitchFamily="34" charset="-127"/>
                <a:ea typeface="Malgun Gothic" panose="020B0503020000020004" pitchFamily="34" charset="-127"/>
              </a:defRPr>
            </a:lvl1pPr>
          </a:lstStyle>
          <a:p>
            <a:pPr lvl="0" rtl="0"/>
            <a:r>
              <a:rPr lang="ko"/>
              <a:t>클릭하여 마스터 부제목 스타일 편집</a:t>
            </a:r>
            <a:endParaRPr lang="en-US" dirty="0"/>
          </a:p>
        </p:txBody>
      </p:sp>
      <p:sp>
        <p:nvSpPr>
          <p:cNvPr id="5" name="바닥글 개체 틀 4">
            <a:extLst>
              <a:ext uri="{FF2B5EF4-FFF2-40B4-BE49-F238E27FC236}">
                <a16:creationId xmlns:a16="http://schemas.microsoft.com/office/drawing/2014/main" id="{5B407A58-3351-E479-1A0C-2FF49FA42707}"/>
              </a:ext>
            </a:extLst>
          </p:cNvPr>
          <p:cNvSpPr>
            <a:spLocks noGrp="1"/>
          </p:cNvSpPr>
          <p:nvPr>
            <p:ph type="ftr" sz="quarter" idx="11"/>
          </p:nvPr>
        </p:nvSpPr>
        <p:spPr>
          <a:xfrm rot="16200000">
            <a:off x="-2067585" y="2231733"/>
            <a:ext cx="4564375" cy="42920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532638" y="5261161"/>
            <a:ext cx="1494477" cy="429202"/>
          </a:xfrm>
        </p:spPr>
        <p:txBody>
          <a:bodyPr rtlCol="0"/>
          <a:lstStyle>
            <a:lvl1pPr>
              <a:defRPr>
                <a:solidFill>
                  <a:schemeClr val="tx1"/>
                </a:solidFill>
                <a:effectLst/>
              </a:defRPr>
            </a:lvl1pPr>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15" name="그림 개체 틀 13">
            <a:extLst>
              <a:ext uri="{FF2B5EF4-FFF2-40B4-BE49-F238E27FC236}">
                <a16:creationId xmlns:a16="http://schemas.microsoft.com/office/drawing/2014/main" id="{453992B1-FB53-5896-E556-2208A45F982B}"/>
              </a:ext>
            </a:extLst>
          </p:cNvPr>
          <p:cNvSpPr>
            <a:spLocks noGrp="1"/>
          </p:cNvSpPr>
          <p:nvPr>
            <p:ph type="pic" sz="quarter" idx="14" hasCustomPrompt="1"/>
          </p:nvPr>
        </p:nvSpPr>
        <p:spPr>
          <a:xfrm>
            <a:off x="597728" y="0"/>
            <a:ext cx="648892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b="1">
                <a:effectLst/>
              </a:rPr>
              <a:t> </a:t>
            </a:r>
            <a:endParaRPr lang="en-US" dirty="0"/>
          </a:p>
        </p:txBody>
      </p:sp>
      <p:cxnSp>
        <p:nvCxnSpPr>
          <p:cNvPr id="8" name="직선 연결선(S) 7">
            <a:extLst>
              <a:ext uri="{FF2B5EF4-FFF2-40B4-BE49-F238E27FC236}">
                <a16:creationId xmlns:a16="http://schemas.microsoft.com/office/drawing/2014/main" id="{39A94CD3-3183-0F04-2405-7D52239F28A0}"/>
              </a:ext>
            </a:extLst>
          </p:cNvPr>
          <p:cNvCxnSpPr>
            <a:cxnSpLocks/>
          </p:cNvCxnSpPr>
          <p:nvPr userDrawn="1"/>
        </p:nvCxnSpPr>
        <p:spPr>
          <a:xfrm>
            <a:off x="7254575" y="164150"/>
            <a:ext cx="4937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E2D7818A-B409-D3C7-1DEC-7919EC439E8E}"/>
              </a:ext>
            </a:extLst>
          </p:cNvPr>
          <p:cNvCxnSpPr>
            <a:cxnSpLocks/>
          </p:cNvCxnSpPr>
          <p:nvPr userDrawn="1"/>
        </p:nvCxnSpPr>
        <p:spPr>
          <a:xfrm>
            <a:off x="7254575"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52C8901F-66EF-1A3E-9AE7-B0A426C81DF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3064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그림 3이 있는 제목">
    <p:bg>
      <p:bgPr>
        <a:solidFill>
          <a:schemeClr val="bg2"/>
        </a:solidFill>
        <a:effectLst/>
      </p:bgPr>
    </p:bg>
    <p:spTree>
      <p:nvGrpSpPr>
        <p:cNvPr id="1" name=""/>
        <p:cNvGrpSpPr/>
        <p:nvPr/>
      </p:nvGrpSpPr>
      <p:grpSpPr>
        <a:xfrm>
          <a:off x="0" y="0"/>
          <a:ext cx="0" cy="0"/>
          <a:chOff x="0" y="0"/>
          <a:chExt cx="0" cy="0"/>
        </a:xfrm>
      </p:grpSpPr>
      <p:cxnSp>
        <p:nvCxnSpPr>
          <p:cNvPr id="4" name="직선 연결선(S) 3">
            <a:extLst>
              <a:ext uri="{FF2B5EF4-FFF2-40B4-BE49-F238E27FC236}">
                <a16:creationId xmlns:a16="http://schemas.microsoft.com/office/drawing/2014/main" id="{E2615D95-4353-B9DA-619F-62F51763C54C}"/>
              </a:ext>
            </a:extLst>
          </p:cNvPr>
          <p:cNvCxnSpPr>
            <a:cxnSpLocks/>
          </p:cNvCxnSpPr>
          <p:nvPr/>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제목 4">
            <a:extLst>
              <a:ext uri="{FF2B5EF4-FFF2-40B4-BE49-F238E27FC236}">
                <a16:creationId xmlns:a16="http://schemas.microsoft.com/office/drawing/2014/main" id="{48AEEAA7-1FB1-66FD-6698-0A692D3A2B96}"/>
              </a:ext>
            </a:extLst>
          </p:cNvPr>
          <p:cNvSpPr>
            <a:spLocks noGrp="1"/>
          </p:cNvSpPr>
          <p:nvPr>
            <p:ph type="title" hasCustomPrompt="1"/>
          </p:nvPr>
        </p:nvSpPr>
        <p:spPr>
          <a:xfrm>
            <a:off x="598327" y="5096040"/>
            <a:ext cx="10963656" cy="755659"/>
          </a:xfrm>
        </p:spPr>
        <p:txBody>
          <a:bodyPr rtlCol="0" anchor="b">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p>
        </p:txBody>
      </p:sp>
      <p:sp>
        <p:nvSpPr>
          <p:cNvPr id="12" name="부제목 2">
            <a:extLst>
              <a:ext uri="{FF2B5EF4-FFF2-40B4-BE49-F238E27FC236}">
                <a16:creationId xmlns:a16="http://schemas.microsoft.com/office/drawing/2014/main" id="{F12A78E0-F03D-DA65-CE03-3BF1B174A306}"/>
              </a:ext>
            </a:extLst>
          </p:cNvPr>
          <p:cNvSpPr>
            <a:spLocks noGrp="1"/>
          </p:cNvSpPr>
          <p:nvPr>
            <p:ph type="subTitle" idx="1" hasCustomPrompt="1"/>
          </p:nvPr>
        </p:nvSpPr>
        <p:spPr>
          <a:xfrm>
            <a:off x="598328" y="5971305"/>
            <a:ext cx="10963656" cy="521208"/>
          </a:xfrm>
          <a:prstGeom prst="rect">
            <a:avLst/>
          </a:prstGeom>
        </p:spPr>
        <p:txBody>
          <a:bodyPr vert="horz" lIns="91440" tIns="45720" rIns="91440" bIns="45720" rtlCol="0" anchor="t">
            <a:normAutofit/>
          </a:bodyPr>
          <a:lstStyle>
            <a:lvl1pPr marL="0" indent="0">
              <a:buNone/>
              <a:defRPr lang="en-US" sz="1400" dirty="0">
                <a:latin typeface="Malgun Gothic" panose="020B0503020000020004" pitchFamily="34" charset="-127"/>
                <a:ea typeface="Malgun Gothic" panose="020B0503020000020004" pitchFamily="34" charset="-127"/>
              </a:defRPr>
            </a:lvl1pPr>
          </a:lstStyle>
          <a:p>
            <a:pPr lvl="0" rtl="0"/>
            <a:r>
              <a:rPr lang="ko"/>
              <a:t>클릭하여 마스터 부제목 스타일 편집</a:t>
            </a:r>
            <a:endParaRPr lang="en-US" dirty="0"/>
          </a:p>
        </p:txBody>
      </p:sp>
      <p:sp>
        <p:nvSpPr>
          <p:cNvPr id="8" name="바닥글 개체 틀 7">
            <a:extLst>
              <a:ext uri="{FF2B5EF4-FFF2-40B4-BE49-F238E27FC236}">
                <a16:creationId xmlns:a16="http://schemas.microsoft.com/office/drawing/2014/main" id="{1B5B8C48-05E9-5280-3F6A-22F8BCBB477E}"/>
              </a:ext>
            </a:extLst>
          </p:cNvPr>
          <p:cNvSpPr>
            <a:spLocks noGrp="1"/>
          </p:cNvSpPr>
          <p:nvPr>
            <p:ph type="ftr" sz="quarter" idx="15"/>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7" name="날짜 개체 틀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p>
            <a:pPr rtl="0"/>
            <a:r>
              <a:rPr lang="en-US"/>
              <a:t>2025년 8월 18일</a:t>
            </a:r>
            <a:endParaRPr lang="en-US" dirty="0"/>
          </a:p>
        </p:txBody>
      </p:sp>
      <p:sp>
        <p:nvSpPr>
          <p:cNvPr id="9" name="슬라이드 번호 개체 틀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rtlCol="0"/>
          <a:lstStyle/>
          <a:p>
            <a:pPr rtl="0"/>
            <a:fld id="{CC057153-B650-4DEB-B370-79DDCFDCE934}" type="slidenum">
              <a:rPr lang="en-US" smtClean="0"/>
              <a:t>‹#›</a:t>
            </a:fld>
            <a:endParaRPr lang="en-US" dirty="0"/>
          </a:p>
        </p:txBody>
      </p:sp>
      <p:sp>
        <p:nvSpPr>
          <p:cNvPr id="11" name="그림 개체 틀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98327" y="0"/>
            <a:ext cx="11593671" cy="4723939"/>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b="1">
                <a:effectLst/>
              </a:rPr>
              <a:t> </a:t>
            </a:r>
            <a:endParaRPr lang="en-US" dirty="0"/>
          </a:p>
        </p:txBody>
      </p:sp>
    </p:spTree>
    <p:extLst>
      <p:ext uri="{BB962C8B-B14F-4D97-AF65-F5344CB8AC3E}">
        <p14:creationId xmlns:p14="http://schemas.microsoft.com/office/powerpoint/2010/main" val="19684888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그림 4가 있는 제목">
    <p:bg>
      <p:bgPr>
        <a:solidFill>
          <a:schemeClr val="bg2">
            <a:lumMod val="90000"/>
          </a:schemeClr>
        </a:solidFill>
        <a:effectLst/>
      </p:bgPr>
    </p:bg>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85812441-B03B-71E2-9A2F-F3AF112B2CB1}"/>
              </a:ext>
            </a:extLst>
          </p:cNvPr>
          <p:cNvSpPr>
            <a:spLocks noGrp="1"/>
          </p:cNvSpPr>
          <p:nvPr>
            <p:ph type="ctrTitle" hasCustomPrompt="1"/>
          </p:nvPr>
        </p:nvSpPr>
        <p:spPr>
          <a:xfrm>
            <a:off x="612648" y="1373807"/>
            <a:ext cx="3892269" cy="3331896"/>
          </a:xfrm>
        </p:spPr>
        <p:txBody>
          <a:bodyPr vert="horz" lIns="91440" tIns="45720" rIns="91440" bIns="45720" rtlCol="0" anchor="t">
            <a:normAutofit/>
          </a:bodyPr>
          <a:lstStyle>
            <a:lvl1pPr>
              <a:defRPr lang="en-US" sz="3600" dirty="0">
                <a:latin typeface="Malgun Gothic" panose="020B0503020000020004" pitchFamily="34" charset="-127"/>
                <a:ea typeface="Malgun Gothic" panose="020B0503020000020004" pitchFamily="34" charset="-127"/>
              </a:defRPr>
            </a:lvl1pPr>
          </a:lstStyle>
          <a:p>
            <a:pPr lvl="0" rtl="0"/>
            <a:r>
              <a:rPr lang="ko"/>
              <a:t>마스터 제목 스타일 편집</a:t>
            </a:r>
            <a:endParaRPr lang="en-US" dirty="0"/>
          </a:p>
        </p:txBody>
      </p:sp>
      <p:sp>
        <p:nvSpPr>
          <p:cNvPr id="6" name="부제목 2">
            <a:extLst>
              <a:ext uri="{FF2B5EF4-FFF2-40B4-BE49-F238E27FC236}">
                <a16:creationId xmlns:a16="http://schemas.microsoft.com/office/drawing/2014/main" id="{61F41BB3-E8DA-23DD-7C7E-6AEEA88BD674}"/>
              </a:ext>
            </a:extLst>
          </p:cNvPr>
          <p:cNvSpPr>
            <a:spLocks noGrp="1"/>
          </p:cNvSpPr>
          <p:nvPr>
            <p:ph type="subTitle" idx="1" hasCustomPrompt="1"/>
          </p:nvPr>
        </p:nvSpPr>
        <p:spPr>
          <a:xfrm>
            <a:off x="612649" y="4811646"/>
            <a:ext cx="3174160" cy="1411356"/>
          </a:xfrm>
          <a:prstGeom prst="rect">
            <a:avLst/>
          </a:prstGeom>
        </p:spPr>
        <p:txBody>
          <a:bodyPr vert="horz" lIns="91440" tIns="45720" rIns="91440" bIns="45720" rtlCol="0" anchor="b">
            <a:normAutofit/>
          </a:bodyPr>
          <a:lstStyle>
            <a:lvl1pPr marL="0" indent="0">
              <a:buNone/>
              <a:defRPr lang="en-US" sz="1400" dirty="0">
                <a:latin typeface="Malgun Gothic" panose="020B0503020000020004" pitchFamily="34" charset="-127"/>
                <a:ea typeface="Malgun Gothic" panose="020B0503020000020004" pitchFamily="34" charset="-127"/>
              </a:defRPr>
            </a:lvl1pPr>
          </a:lstStyle>
          <a:p>
            <a:pPr lvl="0" rtl="0"/>
            <a:r>
              <a:rPr lang="ko"/>
              <a:t>클릭하여 마스터 부제목 스타일 편집</a:t>
            </a:r>
            <a:endParaRPr lang="en-US" dirty="0"/>
          </a:p>
        </p:txBody>
      </p:sp>
      <p:cxnSp>
        <p:nvCxnSpPr>
          <p:cNvPr id="5" name="직선 연결선(S) 4">
            <a:extLst>
              <a:ext uri="{FF2B5EF4-FFF2-40B4-BE49-F238E27FC236}">
                <a16:creationId xmlns:a16="http://schemas.microsoft.com/office/drawing/2014/main" id="{61F22791-F1DC-82EE-574A-946C4F39A8F5}"/>
              </a:ext>
            </a:extLst>
          </p:cNvPr>
          <p:cNvCxnSpPr>
            <a:cxnSpLocks/>
          </p:cNvCxnSpPr>
          <p:nvPr userDrawn="1"/>
        </p:nvCxnSpPr>
        <p:spPr>
          <a:xfrm>
            <a:off x="429209" y="164150"/>
            <a:ext cx="450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바닥글 개체 틀 7">
            <a:extLst>
              <a:ext uri="{FF2B5EF4-FFF2-40B4-BE49-F238E27FC236}">
                <a16:creationId xmlns:a16="http://schemas.microsoft.com/office/drawing/2014/main" id="{9A6E6A4C-6C55-068A-43AA-78DB4D1D643B}"/>
              </a:ext>
            </a:extLst>
          </p:cNvPr>
          <p:cNvSpPr>
            <a:spLocks noGrp="1"/>
          </p:cNvSpPr>
          <p:nvPr>
            <p:ph type="ftr" sz="quarter" idx="15"/>
          </p:nvPr>
        </p:nvSpPr>
        <p:spPr>
          <a:xfrm rot="16200000">
            <a:off x="-2067733" y="2231455"/>
            <a:ext cx="4564378"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7" name="날짜 개체 틀 6">
            <a:extLst>
              <a:ext uri="{FF2B5EF4-FFF2-40B4-BE49-F238E27FC236}">
                <a16:creationId xmlns:a16="http://schemas.microsoft.com/office/drawing/2014/main" id="{F991F941-2D53-CC10-7947-62237A245FE0}"/>
              </a:ext>
            </a:extLst>
          </p:cNvPr>
          <p:cNvSpPr>
            <a:spLocks noGrp="1"/>
          </p:cNvSpPr>
          <p:nvPr>
            <p:ph type="dt" sz="half" idx="14"/>
          </p:nvPr>
        </p:nvSpPr>
        <p:spPr>
          <a:xfrm rot="16200000">
            <a:off x="-537354" y="5265452"/>
            <a:ext cx="1494475" cy="420624"/>
          </a:xfrm>
        </p:spPr>
        <p:txBody>
          <a:bodyPr rtlCol="0"/>
          <a:lstStyle/>
          <a:p>
            <a:pPr rtl="0"/>
            <a:r>
              <a:rPr lang="en-US"/>
              <a:t>2025년 8월 18일</a:t>
            </a:r>
            <a:endParaRPr lang="en-US" dirty="0"/>
          </a:p>
        </p:txBody>
      </p:sp>
      <p:sp>
        <p:nvSpPr>
          <p:cNvPr id="9" name="슬라이드 번호 개체 틀 8">
            <a:extLst>
              <a:ext uri="{FF2B5EF4-FFF2-40B4-BE49-F238E27FC236}">
                <a16:creationId xmlns:a16="http://schemas.microsoft.com/office/drawing/2014/main" id="{C1A2CCFF-14A7-08A8-4465-732CD8928728}"/>
              </a:ext>
            </a:extLst>
          </p:cNvPr>
          <p:cNvSpPr>
            <a:spLocks noGrp="1"/>
          </p:cNvSpPr>
          <p:nvPr>
            <p:ph type="sldNum" sz="quarter" idx="16"/>
          </p:nvPr>
        </p:nvSpPr>
        <p:spPr>
          <a:xfrm>
            <a:off x="-429" y="6492875"/>
            <a:ext cx="429207" cy="365125"/>
          </a:xfrm>
        </p:spPr>
        <p:txBody>
          <a:bodyPr rtlCol="0"/>
          <a:lstStyle/>
          <a:p>
            <a:pPr rtl="0"/>
            <a:fld id="{CC057153-B650-4DEB-B370-79DDCFDCE934}" type="slidenum">
              <a:rPr lang="en-US" smtClean="0"/>
              <a:t>‹#›</a:t>
            </a:fld>
            <a:endParaRPr lang="en-US" dirty="0"/>
          </a:p>
        </p:txBody>
      </p:sp>
      <p:sp>
        <p:nvSpPr>
          <p:cNvPr id="13" name="그림 개체 틀 10">
            <a:extLst>
              <a:ext uri="{FF2B5EF4-FFF2-40B4-BE49-F238E27FC236}">
                <a16:creationId xmlns:a16="http://schemas.microsoft.com/office/drawing/2014/main" id="{8E488C3A-0D21-4B03-AE9F-2575D71F1BE5}"/>
              </a:ext>
            </a:extLst>
          </p:cNvPr>
          <p:cNvSpPr>
            <a:spLocks noGrp="1"/>
          </p:cNvSpPr>
          <p:nvPr>
            <p:ph type="pic" sz="quarter" idx="13" hasCustomPrompt="1"/>
          </p:nvPr>
        </p:nvSpPr>
        <p:spPr>
          <a:xfrm>
            <a:off x="5111574" y="0"/>
            <a:ext cx="7080426" cy="6858000"/>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10" name="직선 연결선(S) 9">
            <a:extLst>
              <a:ext uri="{FF2B5EF4-FFF2-40B4-BE49-F238E27FC236}">
                <a16:creationId xmlns:a16="http://schemas.microsoft.com/office/drawing/2014/main" id="{EDC9DC64-28F1-DE35-BA93-42BE9EDD8B26}"/>
              </a:ext>
            </a:extLst>
          </p:cNvPr>
          <p:cNvCxnSpPr>
            <a:cxnSpLocks/>
          </p:cNvCxnSpPr>
          <p:nvPr userDrawn="1"/>
        </p:nvCxnSpPr>
        <p:spPr>
          <a:xfrm>
            <a:off x="493405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08A3CE87-786A-4910-E740-1852BBC75C5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2159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p:bg>
      <p:bgRef idx="1001">
        <a:schemeClr val="bg2"/>
      </p:bgRef>
    </p:bg>
    <p:spTree>
      <p:nvGrpSpPr>
        <p:cNvPr id="1" name=""/>
        <p:cNvGrpSpPr/>
        <p:nvPr/>
      </p:nvGrpSpPr>
      <p:grpSpPr>
        <a:xfrm>
          <a:off x="0" y="0"/>
          <a:ext cx="0" cy="0"/>
          <a:chOff x="0" y="0"/>
          <a:chExt cx="0" cy="0"/>
        </a:xfrm>
      </p:grpSpPr>
      <p:sp>
        <p:nvSpPr>
          <p:cNvPr id="11" name="제목 1">
            <a:extLst>
              <a:ext uri="{FF2B5EF4-FFF2-40B4-BE49-F238E27FC236}">
                <a16:creationId xmlns:a16="http://schemas.microsoft.com/office/drawing/2014/main" id="{CBFAA997-E292-EBAB-2E9D-3845D76D6263}"/>
              </a:ext>
            </a:extLst>
          </p:cNvPr>
          <p:cNvSpPr>
            <a:spLocks noGrp="1"/>
          </p:cNvSpPr>
          <p:nvPr>
            <p:ph type="ctrTitle" hasCustomPrompt="1"/>
          </p:nvPr>
        </p:nvSpPr>
        <p:spPr>
          <a:xfrm>
            <a:off x="612648" y="353804"/>
            <a:ext cx="9598152" cy="4099340"/>
          </a:xfrm>
        </p:spPr>
        <p:txBody>
          <a:bodyPr vert="horz" lIns="91440" tIns="45720" rIns="91440" bIns="45720" rtlCol="0" anchor="t">
            <a:normAutofit/>
          </a:bodyPr>
          <a:lstStyle>
            <a:lvl1pPr>
              <a:defRPr lang="en-US" sz="6000" dirty="0">
                <a:latin typeface="Malgun Gothic" panose="020B0503020000020004" pitchFamily="34" charset="-127"/>
                <a:ea typeface="Malgun Gothic" panose="020B0503020000020004" pitchFamily="34" charset="-127"/>
              </a:defRPr>
            </a:lvl1pPr>
          </a:lstStyle>
          <a:p>
            <a:pPr lvl="0" rtl="0"/>
            <a:r>
              <a:rPr lang="ko"/>
              <a:t>마스터 제목 스타일 편집</a:t>
            </a:r>
            <a:endParaRPr lang="en-US" dirty="0"/>
          </a:p>
        </p:txBody>
      </p:sp>
      <p:sp>
        <p:nvSpPr>
          <p:cNvPr id="12" name="부제목 2">
            <a:extLst>
              <a:ext uri="{FF2B5EF4-FFF2-40B4-BE49-F238E27FC236}">
                <a16:creationId xmlns:a16="http://schemas.microsoft.com/office/drawing/2014/main" id="{2CE2F65D-E74D-73DE-8713-5AD69E7CEEB1}"/>
              </a:ext>
            </a:extLst>
          </p:cNvPr>
          <p:cNvSpPr>
            <a:spLocks noGrp="1"/>
          </p:cNvSpPr>
          <p:nvPr>
            <p:ph type="subTitle" idx="1" hasCustomPrompt="1"/>
          </p:nvPr>
        </p:nvSpPr>
        <p:spPr>
          <a:xfrm>
            <a:off x="612646" y="5588006"/>
            <a:ext cx="7769354" cy="634991"/>
          </a:xfrm>
          <a:prstGeom prst="rect">
            <a:avLst/>
          </a:prstGeom>
        </p:spPr>
        <p:txBody>
          <a:bodyPr vert="horz" lIns="91440" tIns="45720" rIns="91440" bIns="45720" rtlCol="0" anchor="b">
            <a:normAutofit/>
          </a:bodyPr>
          <a:lstStyle>
            <a:lvl1pPr marL="0" indent="0">
              <a:buNone/>
              <a:defRPr lang="en-US" sz="1400" dirty="0">
                <a:latin typeface="Malgun Gothic" panose="020B0503020000020004" pitchFamily="34" charset="-127"/>
                <a:ea typeface="Malgun Gothic" panose="020B0503020000020004" pitchFamily="34" charset="-127"/>
              </a:defRPr>
            </a:lvl1pPr>
          </a:lstStyle>
          <a:p>
            <a:pPr lvl="0" rtl="0"/>
            <a:r>
              <a:rPr lang="ko"/>
              <a:t>클릭하여 마스터 부제목 스타일 편집</a:t>
            </a:r>
            <a:endParaRPr lang="en-US" dirty="0"/>
          </a:p>
        </p:txBody>
      </p:sp>
      <p:cxnSp>
        <p:nvCxnSpPr>
          <p:cNvPr id="8" name="직선 연결선(S) 7">
            <a:extLst>
              <a:ext uri="{FF2B5EF4-FFF2-40B4-BE49-F238E27FC236}">
                <a16:creationId xmlns:a16="http://schemas.microsoft.com/office/drawing/2014/main" id="{D8D58296-262D-E3A1-3EDA-108D59ADDEB9}"/>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바닥글 개체 틀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9" name="직선 연결선(S) 8">
            <a:extLst>
              <a:ext uri="{FF2B5EF4-FFF2-40B4-BE49-F238E27FC236}">
                <a16:creationId xmlns:a16="http://schemas.microsoft.com/office/drawing/2014/main" id="{5FC82B15-2BAA-B79D-562D-AB6EE143DF7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25308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제목 2">
    <p:bg>
      <p:bgPr>
        <a:solidFill>
          <a:schemeClr val="bg2">
            <a:lumMod val="90000"/>
          </a:schemeClr>
        </a:solidFill>
        <a:effectLst/>
      </p:bgPr>
    </p:bg>
    <p:spTree>
      <p:nvGrpSpPr>
        <p:cNvPr id="1" name=""/>
        <p:cNvGrpSpPr/>
        <p:nvPr/>
      </p:nvGrpSpPr>
      <p:grpSpPr>
        <a:xfrm>
          <a:off x="0" y="0"/>
          <a:ext cx="0" cy="0"/>
          <a:chOff x="0" y="0"/>
          <a:chExt cx="0" cy="0"/>
        </a:xfrm>
      </p:grpSpPr>
      <p:sp>
        <p:nvSpPr>
          <p:cNvPr id="7" name="제목 1">
            <a:extLst>
              <a:ext uri="{FF2B5EF4-FFF2-40B4-BE49-F238E27FC236}">
                <a16:creationId xmlns:a16="http://schemas.microsoft.com/office/drawing/2014/main" id="{53784593-B08F-6412-D575-67F684C5A929}"/>
              </a:ext>
            </a:extLst>
          </p:cNvPr>
          <p:cNvSpPr>
            <a:spLocks noGrp="1"/>
          </p:cNvSpPr>
          <p:nvPr>
            <p:ph type="ctrTitle" hasCustomPrompt="1"/>
          </p:nvPr>
        </p:nvSpPr>
        <p:spPr>
          <a:xfrm>
            <a:off x="598578" y="2018460"/>
            <a:ext cx="9140954" cy="3236439"/>
          </a:xfrm>
        </p:spPr>
        <p:txBody>
          <a:bodyPr vert="horz" lIns="91440" tIns="45720" rIns="91440" bIns="45720" rtlCol="0" anchor="b">
            <a:normAutofit/>
          </a:bodyPr>
          <a:lstStyle>
            <a:lvl1pPr>
              <a:defRPr lang="en-US" sz="6000" dirty="0">
                <a:latin typeface="Malgun Gothic" panose="020B0503020000020004" pitchFamily="34" charset="-127"/>
                <a:ea typeface="Malgun Gothic" panose="020B0503020000020004" pitchFamily="34" charset="-127"/>
              </a:defRPr>
            </a:lvl1pPr>
          </a:lstStyle>
          <a:p>
            <a:pPr lvl="0" rtl="0"/>
            <a:r>
              <a:rPr lang="ko"/>
              <a:t>마스터 제목 스타일 편집</a:t>
            </a:r>
            <a:endParaRPr lang="en-US" dirty="0"/>
          </a:p>
        </p:txBody>
      </p:sp>
      <p:sp>
        <p:nvSpPr>
          <p:cNvPr id="10" name="부제목 2">
            <a:extLst>
              <a:ext uri="{FF2B5EF4-FFF2-40B4-BE49-F238E27FC236}">
                <a16:creationId xmlns:a16="http://schemas.microsoft.com/office/drawing/2014/main" id="{4192A629-1C7A-908C-99B6-E95B0C98017A}"/>
              </a:ext>
            </a:extLst>
          </p:cNvPr>
          <p:cNvSpPr>
            <a:spLocks noGrp="1"/>
          </p:cNvSpPr>
          <p:nvPr>
            <p:ph type="subTitle" idx="1" hasCustomPrompt="1"/>
          </p:nvPr>
        </p:nvSpPr>
        <p:spPr>
          <a:xfrm>
            <a:off x="598579" y="5477529"/>
            <a:ext cx="7312153" cy="1014984"/>
          </a:xfrm>
          <a:prstGeom prst="rect">
            <a:avLst/>
          </a:prstGeom>
        </p:spPr>
        <p:txBody>
          <a:bodyPr vert="horz" lIns="91440" tIns="45720" rIns="91440" bIns="45720" rtlCol="0">
            <a:normAutofit/>
          </a:bodyPr>
          <a:lstStyle>
            <a:lvl1pPr marL="0" indent="0">
              <a:buNone/>
              <a:defRPr lang="en-US" sz="1400" dirty="0">
                <a:latin typeface="Malgun Gothic" panose="020B0503020000020004" pitchFamily="34" charset="-127"/>
                <a:ea typeface="Malgun Gothic" panose="020B0503020000020004" pitchFamily="34" charset="-127"/>
              </a:defRPr>
            </a:lvl1pPr>
          </a:lstStyle>
          <a:p>
            <a:pPr lvl="0" rtl="0"/>
            <a:r>
              <a:rPr lang="ko"/>
              <a:t>클릭하여 마스터 부제목 스타일 편집</a:t>
            </a:r>
            <a:endParaRPr lang="en-US" dirty="0"/>
          </a:p>
        </p:txBody>
      </p:sp>
      <p:cxnSp>
        <p:nvCxnSpPr>
          <p:cNvPr id="9" name="직선 연결선(S) 8">
            <a:extLst>
              <a:ext uri="{FF2B5EF4-FFF2-40B4-BE49-F238E27FC236}">
                <a16:creationId xmlns:a16="http://schemas.microsoft.com/office/drawing/2014/main" id="{617A912A-256D-661B-C181-034D06ED868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바닥글 개체 틀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8" name="직선 연결선(S) 7">
            <a:extLst>
              <a:ext uri="{FF2B5EF4-FFF2-40B4-BE49-F238E27FC236}">
                <a16:creationId xmlns:a16="http://schemas.microsoft.com/office/drawing/2014/main" id="{DCC649EA-F1C7-472F-52D7-A93BB7EC19B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73119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제목 3">
    <p:bg>
      <p:bgPr>
        <a:solidFill>
          <a:schemeClr val="bg2"/>
        </a:solidFill>
        <a:effectLst/>
      </p:bgPr>
    </p:bg>
    <p:spTree>
      <p:nvGrpSpPr>
        <p:cNvPr id="1" name=""/>
        <p:cNvGrpSpPr/>
        <p:nvPr/>
      </p:nvGrpSpPr>
      <p:grpSpPr>
        <a:xfrm>
          <a:off x="0" y="0"/>
          <a:ext cx="0" cy="0"/>
          <a:chOff x="0" y="0"/>
          <a:chExt cx="0" cy="0"/>
        </a:xfrm>
      </p:grpSpPr>
      <p:sp>
        <p:nvSpPr>
          <p:cNvPr id="8" name="제목 1">
            <a:extLst>
              <a:ext uri="{FF2B5EF4-FFF2-40B4-BE49-F238E27FC236}">
                <a16:creationId xmlns:a16="http://schemas.microsoft.com/office/drawing/2014/main" id="{C10FCED8-73AC-58D6-B68F-AAFD305C6675}"/>
              </a:ext>
            </a:extLst>
          </p:cNvPr>
          <p:cNvSpPr>
            <a:spLocks noGrp="1"/>
          </p:cNvSpPr>
          <p:nvPr>
            <p:ph type="ctrTitle" hasCustomPrompt="1"/>
          </p:nvPr>
        </p:nvSpPr>
        <p:spPr>
          <a:xfrm>
            <a:off x="1981200" y="1560442"/>
            <a:ext cx="8229600" cy="2379013"/>
          </a:xfrm>
        </p:spPr>
        <p:txBody>
          <a:bodyPr rtlCol="0" anchor="b">
            <a:normAutofit/>
          </a:bodyPr>
          <a:lstStyle>
            <a:lvl1pPr algn="ctr">
              <a:defRPr sz="60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0" name="부제목 2">
            <a:extLst>
              <a:ext uri="{FF2B5EF4-FFF2-40B4-BE49-F238E27FC236}">
                <a16:creationId xmlns:a16="http://schemas.microsoft.com/office/drawing/2014/main" id="{D983008E-F782-B9DD-6537-0B9EAE9279E9}"/>
              </a:ext>
            </a:extLst>
          </p:cNvPr>
          <p:cNvSpPr>
            <a:spLocks noGrp="1"/>
          </p:cNvSpPr>
          <p:nvPr>
            <p:ph type="subTitle" idx="1" hasCustomPrompt="1"/>
          </p:nvPr>
        </p:nvSpPr>
        <p:spPr>
          <a:xfrm>
            <a:off x="2301923" y="4039648"/>
            <a:ext cx="7588155" cy="1029310"/>
          </a:xfrm>
          <a:prstGeom prst="rect">
            <a:avLst/>
          </a:prstGeom>
        </p:spPr>
        <p:txBody>
          <a:bodyPr rtlCol="0">
            <a:normAutofit/>
          </a:bodyPr>
          <a:lstStyle>
            <a:lvl1pPr marL="0" indent="0" algn="ctr">
              <a:buNone/>
              <a:defRPr sz="1400">
                <a:latin typeface="Malgun Gothic" panose="020B0503020000020004" pitchFamily="34" charset="-127"/>
                <a:ea typeface="Malgun Gothic" panose="020B0503020000020004" pitchFamily="34" charset="-12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ko"/>
              <a:t>클릭하여 마스터 부제목 스타일 편집</a:t>
            </a:r>
            <a:endParaRPr lang="en-US" dirty="0"/>
          </a:p>
        </p:txBody>
      </p:sp>
      <p:cxnSp>
        <p:nvCxnSpPr>
          <p:cNvPr id="9" name="직선 연결선(S) 8">
            <a:extLst>
              <a:ext uri="{FF2B5EF4-FFF2-40B4-BE49-F238E27FC236}">
                <a16:creationId xmlns:a16="http://schemas.microsoft.com/office/drawing/2014/main" id="{0CFC45B0-B1A3-3E44-43D7-C15E5073EEB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바닥글 개체 틀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7" name="직선 연결선(S) 6">
            <a:extLst>
              <a:ext uri="{FF2B5EF4-FFF2-40B4-BE49-F238E27FC236}">
                <a16:creationId xmlns:a16="http://schemas.microsoft.com/office/drawing/2014/main" id="{3BEA1CDC-959E-33FA-9AF1-75DB91B6A96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197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구역 머리글">
    <p:bg>
      <p:bgPr>
        <a:solidFill>
          <a:schemeClr val="tx2"/>
        </a:solidFill>
        <a:effectLst/>
      </p:bgPr>
    </p:bg>
    <p:spTree>
      <p:nvGrpSpPr>
        <p:cNvPr id="1" name=""/>
        <p:cNvGrpSpPr/>
        <p:nvPr/>
      </p:nvGrpSpPr>
      <p:grpSpPr>
        <a:xfrm>
          <a:off x="0" y="0"/>
          <a:ext cx="0" cy="0"/>
          <a:chOff x="0" y="0"/>
          <a:chExt cx="0" cy="0"/>
        </a:xfrm>
      </p:grpSpPr>
      <p:cxnSp>
        <p:nvCxnSpPr>
          <p:cNvPr id="7" name="직선 연결선(S) 6">
            <a:extLst>
              <a:ext uri="{FF2B5EF4-FFF2-40B4-BE49-F238E27FC236}">
                <a16:creationId xmlns:a16="http://schemas.microsoft.com/office/drawing/2014/main" id="{6A27FB5B-F1F4-96F1-0152-318F0A4000BC}"/>
              </a:ext>
            </a:extLst>
          </p:cNvPr>
          <p:cNvCxnSpPr/>
          <p:nvPr/>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제목 1">
            <a:extLst>
              <a:ext uri="{FF2B5EF4-FFF2-40B4-BE49-F238E27FC236}">
                <a16:creationId xmlns:a16="http://schemas.microsoft.com/office/drawing/2014/main" id="{9355388B-2964-6FA6-1B0D-6858F19DB09C}"/>
              </a:ext>
            </a:extLst>
          </p:cNvPr>
          <p:cNvSpPr>
            <a:spLocks noGrp="1"/>
          </p:cNvSpPr>
          <p:nvPr>
            <p:ph type="ctrTitle" hasCustomPrompt="1"/>
          </p:nvPr>
        </p:nvSpPr>
        <p:spPr>
          <a:xfrm>
            <a:off x="612648" y="1001713"/>
            <a:ext cx="7909560" cy="5477510"/>
          </a:xfrm>
        </p:spPr>
        <p:txBody>
          <a:bodyPr vert="horz" lIns="91440" tIns="45720" rIns="91440" bIns="45720" rtlCol="0" anchor="b">
            <a:normAutofit/>
          </a:bodyPr>
          <a:lstStyle>
            <a:lvl1pPr>
              <a:defRPr lang="en-US" sz="6000" dirty="0">
                <a:solidFill>
                  <a:schemeClr val="bg1"/>
                </a:solidFill>
                <a:latin typeface="Malgun Gothic" panose="020B0503020000020004" pitchFamily="34" charset="-127"/>
                <a:ea typeface="Malgun Gothic" panose="020B0503020000020004" pitchFamily="34" charset="-127"/>
              </a:defRPr>
            </a:lvl1pPr>
          </a:lstStyle>
          <a:p>
            <a:pPr lvl="0" rtl="0"/>
            <a:r>
              <a:rPr lang="ko"/>
              <a:t>구역 머리글</a:t>
            </a:r>
          </a:p>
        </p:txBody>
      </p:sp>
      <p:sp>
        <p:nvSpPr>
          <p:cNvPr id="5" name="바닥글 개체 틀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normAutofit/>
          </a:bodyPr>
          <a:lstStyle>
            <a:lvl1pPr>
              <a:defRPr>
                <a:solidFill>
                  <a:schemeClr val="bg1"/>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lvl1pPr>
              <a:defRPr>
                <a:solidFill>
                  <a:schemeClr val="bg1"/>
                </a:solidFill>
              </a:defRPr>
            </a:lvl1pPr>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lvl1pPr>
              <a:defRPr>
                <a:solidFill>
                  <a:schemeClr val="bg1"/>
                </a:solidFill>
              </a:defRPr>
            </a:lvl1pPr>
          </a:lstStyle>
          <a:p>
            <a:pPr rtl="0"/>
            <a:fld id="{CC057153-B650-4DEB-B370-79DDCFDCE934}" type="slidenum">
              <a:rPr lang="en-US" smtClean="0"/>
              <a:pPr/>
              <a:t>‹#›</a:t>
            </a:fld>
            <a:endParaRPr lang="en-US" dirty="0"/>
          </a:p>
        </p:txBody>
      </p:sp>
      <p:cxnSp>
        <p:nvCxnSpPr>
          <p:cNvPr id="3" name="직선 연결선(S) 2">
            <a:extLst>
              <a:ext uri="{FF2B5EF4-FFF2-40B4-BE49-F238E27FC236}">
                <a16:creationId xmlns:a16="http://schemas.microsoft.com/office/drawing/2014/main" id="{61593392-0733-4701-8F74-B58075202E27}"/>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9246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안건">
    <p:bg>
      <p:bgPr>
        <a:solidFill>
          <a:schemeClr val="bg1"/>
        </a:solidFill>
        <a:effectLst/>
      </p:bgPr>
    </p:bg>
    <p:spTree>
      <p:nvGrpSpPr>
        <p:cNvPr id="1" name=""/>
        <p:cNvGrpSpPr/>
        <p:nvPr/>
      </p:nvGrpSpPr>
      <p:grpSpPr>
        <a:xfrm>
          <a:off x="0" y="0"/>
          <a:ext cx="0" cy="0"/>
          <a:chOff x="0" y="0"/>
          <a:chExt cx="0" cy="0"/>
        </a:xfrm>
      </p:grpSpPr>
      <p:cxnSp>
        <p:nvCxnSpPr>
          <p:cNvPr id="6" name="직선 연결선(S) 5">
            <a:extLst>
              <a:ext uri="{FF2B5EF4-FFF2-40B4-BE49-F238E27FC236}">
                <a16:creationId xmlns:a16="http://schemas.microsoft.com/office/drawing/2014/main" id="{95807522-A1BC-0AAD-E7B4-C948DF50EAC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제목 1">
            <a:extLst>
              <a:ext uri="{FF2B5EF4-FFF2-40B4-BE49-F238E27FC236}">
                <a16:creationId xmlns:a16="http://schemas.microsoft.com/office/drawing/2014/main" id="{CA55A84E-CDD9-01F9-8DA0-BCAED7E43D04}"/>
              </a:ext>
            </a:extLst>
          </p:cNvPr>
          <p:cNvSpPr>
            <a:spLocks noGrp="1"/>
          </p:cNvSpPr>
          <p:nvPr>
            <p:ph type="title" hasCustomPrompt="1"/>
          </p:nvPr>
        </p:nvSpPr>
        <p:spPr>
          <a:xfrm>
            <a:off x="609599" y="634988"/>
            <a:ext cx="4754563" cy="5568895"/>
          </a:xfrm>
        </p:spPr>
        <p:txBody>
          <a:bodyPr rtlCol="0" anchor="ctr">
            <a:normAutofit/>
          </a:bodyPr>
          <a:lstStyle>
            <a:lvl1pPr algn="ctr">
              <a:defRPr sz="3600">
                <a:latin typeface="Malgun Gothic" panose="020B0503020000020004" pitchFamily="34" charset="-127"/>
                <a:ea typeface="Malgun Gothic" panose="020B0503020000020004" pitchFamily="34" charset="-127"/>
              </a:defRPr>
            </a:lvl1pPr>
          </a:lstStyle>
          <a:p>
            <a:pPr rtl="0"/>
            <a:r>
              <a:rPr lang="ko"/>
              <a:t>안건</a:t>
            </a:r>
          </a:p>
        </p:txBody>
      </p:sp>
      <p:sp>
        <p:nvSpPr>
          <p:cNvPr id="4" name="바닥글 개체 틀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sp>
        <p:nvSpPr>
          <p:cNvPr id="11" name="내용 개체 틀 6">
            <a:extLst>
              <a:ext uri="{FF2B5EF4-FFF2-40B4-BE49-F238E27FC236}">
                <a16:creationId xmlns:a16="http://schemas.microsoft.com/office/drawing/2014/main" id="{731916B7-ECCD-C24F-03F1-DB5BB483E71F}"/>
              </a:ext>
            </a:extLst>
          </p:cNvPr>
          <p:cNvSpPr>
            <a:spLocks noGrp="1"/>
          </p:cNvSpPr>
          <p:nvPr>
            <p:ph sz="quarter" idx="13" hasCustomPrompt="1"/>
          </p:nvPr>
        </p:nvSpPr>
        <p:spPr>
          <a:xfrm>
            <a:off x="5725556" y="634989"/>
            <a:ext cx="5501871" cy="5568895"/>
          </a:xfrm>
          <a:prstGeom prst="rect">
            <a:avLst/>
          </a:prstGeom>
        </p:spPr>
        <p:txBody>
          <a:bodyPr rtlCol="0" anchor="ctr">
            <a:normAutofit/>
          </a:bodyPr>
          <a:lstStyle>
            <a:lvl1pPr marL="457200" indent="-457200">
              <a:buFont typeface="+mj-lt"/>
              <a:buAutoNum type="arabicPeriod"/>
              <a:defRPr sz="1400">
                <a:latin typeface="Malgun Gothic" panose="020B0503020000020004" pitchFamily="34" charset="-127"/>
                <a:ea typeface="Malgun Gothic" panose="020B0503020000020004" pitchFamily="34" charset="-127"/>
              </a:defRPr>
            </a:lvl1pPr>
            <a:lvl2pPr marL="685800" indent="-457200">
              <a:buFont typeface="+mj-lt"/>
              <a:buAutoNum type="arabicPeriod"/>
              <a:defRPr sz="1400">
                <a:latin typeface="Malgun Gothic" panose="020B0503020000020004" pitchFamily="34" charset="-127"/>
                <a:ea typeface="Malgun Gothic" panose="020B0503020000020004" pitchFamily="34" charset="-127"/>
              </a:defRPr>
            </a:lvl2pPr>
            <a:lvl3pPr marL="800100" indent="-342900">
              <a:buFont typeface="+mj-lt"/>
              <a:buAutoNum type="arabicPeriod"/>
              <a:defRPr sz="1400">
                <a:latin typeface="Malgun Gothic" panose="020B0503020000020004" pitchFamily="34" charset="-127"/>
                <a:ea typeface="Malgun Gothic" panose="020B0503020000020004" pitchFamily="34" charset="-127"/>
              </a:defRPr>
            </a:lvl3pPr>
            <a:lvl4pPr marL="1028700" indent="-342900">
              <a:buFont typeface="+mj-lt"/>
              <a:buAutoNum type="arabicPeriod"/>
              <a:defRPr sz="1400">
                <a:latin typeface="Malgun Gothic" panose="020B0503020000020004" pitchFamily="34" charset="-127"/>
                <a:ea typeface="Malgun Gothic" panose="020B0503020000020004" pitchFamily="34" charset="-127"/>
              </a:defRPr>
            </a:lvl4pPr>
            <a:lvl5pPr marL="1257300" indent="-342900">
              <a:buFont typeface="+mj-lt"/>
              <a:buAutoNum type="arabicPeriod"/>
              <a:defRPr sz="1400">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2" name="직선 연결선(S) 1">
            <a:extLst>
              <a:ext uri="{FF2B5EF4-FFF2-40B4-BE49-F238E27FC236}">
                <a16:creationId xmlns:a16="http://schemas.microsoft.com/office/drawing/2014/main" id="{3739F038-F9FC-1926-4D71-CC8CA3499051}"/>
              </a:ext>
            </a:extLst>
          </p:cNvPr>
          <p:cNvCxnSpPr>
            <a:cxnSpLocks/>
          </p:cNvCxnSpPr>
          <p:nvPr userDrawn="1"/>
        </p:nvCxnSpPr>
        <p:spPr>
          <a:xfrm>
            <a:off x="5544868" y="164150"/>
            <a:ext cx="66471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S) 6">
            <a:extLst>
              <a:ext uri="{FF2B5EF4-FFF2-40B4-BE49-F238E27FC236}">
                <a16:creationId xmlns:a16="http://schemas.microsoft.com/office/drawing/2014/main" id="{3A97BDF7-C98C-7BAF-72C0-73D855999627}"/>
              </a:ext>
            </a:extLst>
          </p:cNvPr>
          <p:cNvCxnSpPr>
            <a:cxnSpLocks/>
          </p:cNvCxnSpPr>
          <p:nvPr userDrawn="1"/>
        </p:nvCxnSpPr>
        <p:spPr>
          <a:xfrm>
            <a:off x="554486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7665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그림이 있는 안건">
    <p:bg>
      <p:bgPr>
        <a:solidFill>
          <a:schemeClr val="bg2"/>
        </a:solidFill>
        <a:effectLst/>
      </p:bgPr>
    </p:bg>
    <p:spTree>
      <p:nvGrpSpPr>
        <p:cNvPr id="1" name=""/>
        <p:cNvGrpSpPr/>
        <p:nvPr/>
      </p:nvGrpSpPr>
      <p:grpSpPr>
        <a:xfrm>
          <a:off x="0" y="0"/>
          <a:ext cx="0" cy="0"/>
          <a:chOff x="0" y="0"/>
          <a:chExt cx="0" cy="0"/>
        </a:xfrm>
      </p:grpSpPr>
      <p:cxnSp>
        <p:nvCxnSpPr>
          <p:cNvPr id="9" name="직선 연결선(S) 8">
            <a:extLst>
              <a:ext uri="{FF2B5EF4-FFF2-40B4-BE49-F238E27FC236}">
                <a16:creationId xmlns:a16="http://schemas.microsoft.com/office/drawing/2014/main" id="{1C92E087-D311-16FB-DFD8-7DFD79458D04}"/>
              </a:ext>
            </a:extLst>
          </p:cNvPr>
          <p:cNvCxnSpPr>
            <a:cxnSpLocks/>
          </p:cNvCxnSpPr>
          <p:nvPr userDrawn="1"/>
        </p:nvCxnSpPr>
        <p:spPr>
          <a:xfrm>
            <a:off x="4734117" y="164150"/>
            <a:ext cx="74578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제목 1">
            <a:extLst>
              <a:ext uri="{FF2B5EF4-FFF2-40B4-BE49-F238E27FC236}">
                <a16:creationId xmlns:a16="http://schemas.microsoft.com/office/drawing/2014/main" id="{B660C5CD-5D68-8F5D-7451-71E5050BBB85}"/>
              </a:ext>
            </a:extLst>
          </p:cNvPr>
          <p:cNvSpPr>
            <a:spLocks noGrp="1"/>
          </p:cNvSpPr>
          <p:nvPr>
            <p:ph type="title" hasCustomPrompt="1"/>
          </p:nvPr>
        </p:nvSpPr>
        <p:spPr>
          <a:xfrm>
            <a:off x="5366300" y="634989"/>
            <a:ext cx="5916508" cy="2010163"/>
          </a:xfrm>
        </p:spPr>
        <p:txBody>
          <a:bodyPr rtlCol="0" anchor="b">
            <a:normAutofit/>
          </a:bodyPr>
          <a:lstStyle>
            <a:lvl1pPr>
              <a:defRPr sz="3600">
                <a:latin typeface="Malgun Gothic" panose="020B0503020000020004" pitchFamily="34" charset="-127"/>
                <a:ea typeface="Malgun Gothic" panose="020B0503020000020004" pitchFamily="34" charset="-127"/>
              </a:defRPr>
            </a:lvl1pPr>
          </a:lstStyle>
          <a:p>
            <a:pPr rtl="0"/>
            <a:r>
              <a:rPr lang="ko"/>
              <a:t>안건</a:t>
            </a:r>
          </a:p>
        </p:txBody>
      </p:sp>
      <p:sp>
        <p:nvSpPr>
          <p:cNvPr id="4" name="바닥글 개체 틀 3">
            <a:extLst>
              <a:ext uri="{FF2B5EF4-FFF2-40B4-BE49-F238E27FC236}">
                <a16:creationId xmlns:a16="http://schemas.microsoft.com/office/drawing/2014/main" id="{0B12CFE6-D05E-5478-B3A4-81DC4DCD7410}"/>
              </a:ext>
            </a:extLst>
          </p:cNvPr>
          <p:cNvSpPr>
            <a:spLocks noGrp="1"/>
          </p:cNvSpPr>
          <p:nvPr>
            <p:ph type="ftr" sz="quarter" idx="11"/>
          </p:nvPr>
        </p:nvSpPr>
        <p:spPr>
          <a:xfrm rot="16200000">
            <a:off x="-2067304" y="2231454"/>
            <a:ext cx="4564376"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CC77F2D-39D2-22F7-CF0B-39D63EBF00B7}"/>
              </a:ext>
            </a:extLst>
          </p:cNvPr>
          <p:cNvSpPr>
            <a:spLocks noGrp="1"/>
          </p:cNvSpPr>
          <p:nvPr>
            <p:ph type="dt" sz="half" idx="10"/>
          </p:nvPr>
        </p:nvSpPr>
        <p:spPr>
          <a:xfrm rot="16200000">
            <a:off x="-532353" y="5260880"/>
            <a:ext cx="1494474" cy="429768"/>
          </a:xfrm>
        </p:spPr>
        <p:txBody>
          <a:bodyPr rtlCol="0"/>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sp>
        <p:nvSpPr>
          <p:cNvPr id="8" name="그림 개체 틀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598329" y="0"/>
            <a:ext cx="3967253" cy="6858000"/>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b="1">
                <a:effectLst/>
              </a:rPr>
              <a:t> </a:t>
            </a:r>
            <a:endParaRPr lang="en-US" dirty="0"/>
          </a:p>
        </p:txBody>
      </p:sp>
      <p:cxnSp>
        <p:nvCxnSpPr>
          <p:cNvPr id="14" name="직선 연결선(S) 13">
            <a:extLst>
              <a:ext uri="{FF2B5EF4-FFF2-40B4-BE49-F238E27FC236}">
                <a16:creationId xmlns:a16="http://schemas.microsoft.com/office/drawing/2014/main" id="{6EC5A10F-4276-544F-CA8D-14E3EDCA493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내용 개체 틀 6">
            <a:extLst>
              <a:ext uri="{FF2B5EF4-FFF2-40B4-BE49-F238E27FC236}">
                <a16:creationId xmlns:a16="http://schemas.microsoft.com/office/drawing/2014/main" id="{5CF91619-8B0D-4421-A55F-551E27448797}"/>
              </a:ext>
            </a:extLst>
          </p:cNvPr>
          <p:cNvSpPr>
            <a:spLocks noGrp="1"/>
          </p:cNvSpPr>
          <p:nvPr>
            <p:ph sz="quarter" idx="13" hasCustomPrompt="1"/>
          </p:nvPr>
        </p:nvSpPr>
        <p:spPr>
          <a:xfrm>
            <a:off x="5366301" y="2785844"/>
            <a:ext cx="5916507" cy="3436789"/>
          </a:xfrm>
          <a:prstGeom prst="rect">
            <a:avLst/>
          </a:prstGeom>
        </p:spPr>
        <p:txBody>
          <a:bodyPr rtlCol="0">
            <a:normAutofit/>
          </a:bodyPr>
          <a:lstStyle>
            <a:lvl1pPr marL="457200" indent="-457200">
              <a:buFont typeface="+mj-lt"/>
              <a:buAutoNum type="arabicPeriod"/>
              <a:defRPr sz="1400">
                <a:latin typeface="Malgun Gothic" panose="020B0503020000020004" pitchFamily="34" charset="-127"/>
                <a:ea typeface="Malgun Gothic" panose="020B0503020000020004" pitchFamily="34" charset="-127"/>
              </a:defRPr>
            </a:lvl1pPr>
            <a:lvl2pPr marL="571500" indent="-342900">
              <a:buFont typeface="+mj-lt"/>
              <a:buAutoNum type="arabicPeriod"/>
              <a:defRPr sz="1400">
                <a:latin typeface="Malgun Gothic" panose="020B0503020000020004" pitchFamily="34" charset="-127"/>
                <a:ea typeface="Malgun Gothic" panose="020B0503020000020004" pitchFamily="34" charset="-127"/>
              </a:defRPr>
            </a:lvl2pPr>
            <a:lvl3pPr marL="800100" indent="-342900">
              <a:buFont typeface="+mj-lt"/>
              <a:buAutoNum type="arabicPeriod"/>
              <a:defRPr sz="1400">
                <a:latin typeface="Malgun Gothic" panose="020B0503020000020004" pitchFamily="34" charset="-127"/>
                <a:ea typeface="Malgun Gothic" panose="020B0503020000020004" pitchFamily="34" charset="-127"/>
              </a:defRPr>
            </a:lvl3pPr>
            <a:lvl4pPr marL="1028700" indent="-342900">
              <a:buFont typeface="+mj-lt"/>
              <a:buAutoNum type="arabicPeriod"/>
              <a:defRPr sz="1400">
                <a:latin typeface="Malgun Gothic" panose="020B0503020000020004" pitchFamily="34" charset="-127"/>
                <a:ea typeface="Malgun Gothic" panose="020B0503020000020004" pitchFamily="34" charset="-127"/>
              </a:defRPr>
            </a:lvl4pPr>
            <a:lvl5pPr>
              <a:buFont typeface="+mj-lt"/>
              <a:buAutoNum type="arabicPeriod"/>
              <a:defRPr sz="1400">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15" name="직선 연결선(S) 14">
            <a:extLst>
              <a:ext uri="{FF2B5EF4-FFF2-40B4-BE49-F238E27FC236}">
                <a16:creationId xmlns:a16="http://schemas.microsoft.com/office/drawing/2014/main" id="{33DCD739-74E4-2105-6F53-768C6751732F}"/>
              </a:ext>
            </a:extLst>
          </p:cNvPr>
          <p:cNvCxnSpPr>
            <a:cxnSpLocks/>
          </p:cNvCxnSpPr>
          <p:nvPr userDrawn="1"/>
        </p:nvCxnSpPr>
        <p:spPr>
          <a:xfrm>
            <a:off x="473411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2567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내용 2">
    <p:bg>
      <p:bgRef idx="1001">
        <a:schemeClr val="bg1"/>
      </p:bgRef>
    </p:bg>
    <p:spTree>
      <p:nvGrpSpPr>
        <p:cNvPr id="1" name=""/>
        <p:cNvGrpSpPr/>
        <p:nvPr/>
      </p:nvGrpSpPr>
      <p:grpSpPr>
        <a:xfrm>
          <a:off x="0" y="0"/>
          <a:ext cx="0" cy="0"/>
          <a:chOff x="0" y="0"/>
          <a:chExt cx="0" cy="0"/>
        </a:xfrm>
      </p:grpSpPr>
      <p:cxnSp>
        <p:nvCxnSpPr>
          <p:cNvPr id="9" name="직선 연결선(S) 8">
            <a:extLst>
              <a:ext uri="{FF2B5EF4-FFF2-40B4-BE49-F238E27FC236}">
                <a16:creationId xmlns:a16="http://schemas.microsoft.com/office/drawing/2014/main" id="{430124F2-891B-DC7A-86AD-C038AE8A649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9341AF79-3F16-A8E7-007E-1A2980E81DD4}"/>
              </a:ext>
            </a:extLst>
          </p:cNvPr>
          <p:cNvSpPr>
            <a:spLocks noGrp="1"/>
          </p:cNvSpPr>
          <p:nvPr>
            <p:ph type="title" hasCustomPrompt="1"/>
          </p:nvPr>
        </p:nvSpPr>
        <p:spPr>
          <a:xfrm>
            <a:off x="2790911" y="2133600"/>
            <a:ext cx="6623436" cy="1070776"/>
          </a:xfrm>
        </p:spPr>
        <p:txBody>
          <a:bodyPr rtlCol="0" anchor="b">
            <a:normAutofit/>
          </a:bodyPr>
          <a:lstStyle>
            <a:lvl1pPr algn="ct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5" name="바닥글 개체 틀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7" name="직선 연결선(S) 6">
            <a:extLst>
              <a:ext uri="{FF2B5EF4-FFF2-40B4-BE49-F238E27FC236}">
                <a16:creationId xmlns:a16="http://schemas.microsoft.com/office/drawing/2014/main" id="{CD1D8F17-EF76-0E40-74BF-199C6164260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내용 개체 틀 7">
            <a:extLst>
              <a:ext uri="{FF2B5EF4-FFF2-40B4-BE49-F238E27FC236}">
                <a16:creationId xmlns:a16="http://schemas.microsoft.com/office/drawing/2014/main" id="{C931F20E-084F-FB1E-5BCE-895E1E7C00A8}"/>
              </a:ext>
            </a:extLst>
          </p:cNvPr>
          <p:cNvSpPr>
            <a:spLocks noGrp="1"/>
          </p:cNvSpPr>
          <p:nvPr>
            <p:ph sz="quarter" idx="13" hasCustomPrompt="1"/>
          </p:nvPr>
        </p:nvSpPr>
        <p:spPr>
          <a:xfrm>
            <a:off x="3768786" y="3335364"/>
            <a:ext cx="4659735" cy="1645198"/>
          </a:xfrm>
          <a:prstGeom prst="rect">
            <a:avLst/>
          </a:prstGeom>
        </p:spPr>
        <p:txBody>
          <a:bodyPr rtlCol="0">
            <a:normAutofit/>
          </a:bodyPr>
          <a:lstStyle>
            <a:lvl1pPr marL="0" indent="0" algn="ctr">
              <a:buNone/>
              <a:defRPr>
                <a:latin typeface="Malgun Gothic" panose="020B0503020000020004" pitchFamily="34" charset="-127"/>
                <a:ea typeface="Malgun Gothic" panose="020B0503020000020004" pitchFamily="34" charset="-127"/>
              </a:defRPr>
            </a:lvl1pPr>
            <a:lvl2pPr marL="228600" indent="0" algn="ctr">
              <a:buNone/>
              <a:defRPr>
                <a:latin typeface="Malgun Gothic" panose="020B0503020000020004" pitchFamily="34" charset="-127"/>
                <a:ea typeface="Malgun Gothic" panose="020B0503020000020004" pitchFamily="34" charset="-127"/>
              </a:defRPr>
            </a:lvl2pPr>
            <a:lvl3pPr marL="457200" indent="0" algn="ctr">
              <a:buNone/>
              <a:defRPr>
                <a:latin typeface="Malgun Gothic" panose="020B0503020000020004" pitchFamily="34" charset="-127"/>
                <a:ea typeface="Malgun Gothic" panose="020B0503020000020004" pitchFamily="34" charset="-127"/>
              </a:defRPr>
            </a:lvl3pPr>
            <a:lvl4pPr marL="685800" indent="0" algn="ctr">
              <a:buNone/>
              <a:defRPr>
                <a:latin typeface="Malgun Gothic" panose="020B0503020000020004" pitchFamily="34" charset="-127"/>
                <a:ea typeface="Malgun Gothic" panose="020B0503020000020004" pitchFamily="34" charset="-127"/>
              </a:defRPr>
            </a:lvl4pPr>
            <a:lvl5pPr marL="914400" indent="0" algn="ctr">
              <a:buNone/>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Tree>
    <p:extLst>
      <p:ext uri="{BB962C8B-B14F-4D97-AF65-F5344CB8AC3E}">
        <p14:creationId xmlns:p14="http://schemas.microsoft.com/office/powerpoint/2010/main" val="389073504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내용 3">
    <p:bg>
      <p:bgRef idx="1001">
        <a:schemeClr val="bg1"/>
      </p:bgRef>
    </p:bg>
    <p:spTree>
      <p:nvGrpSpPr>
        <p:cNvPr id="1" name=""/>
        <p:cNvGrpSpPr/>
        <p:nvPr/>
      </p:nvGrpSpPr>
      <p:grpSpPr>
        <a:xfrm>
          <a:off x="0" y="0"/>
          <a:ext cx="0" cy="0"/>
          <a:chOff x="0" y="0"/>
          <a:chExt cx="0" cy="0"/>
        </a:xfrm>
      </p:grpSpPr>
      <p:sp>
        <p:nvSpPr>
          <p:cNvPr id="7" name="제목 1">
            <a:extLst>
              <a:ext uri="{FF2B5EF4-FFF2-40B4-BE49-F238E27FC236}">
                <a16:creationId xmlns:a16="http://schemas.microsoft.com/office/drawing/2014/main" id="{EFA3D046-B01C-DBA5-51DF-DBED5201FE45}"/>
              </a:ext>
            </a:extLst>
          </p:cNvPr>
          <p:cNvSpPr>
            <a:spLocks noGrp="1"/>
          </p:cNvSpPr>
          <p:nvPr>
            <p:ph type="title" hasCustomPrompt="1"/>
          </p:nvPr>
        </p:nvSpPr>
        <p:spPr>
          <a:xfrm>
            <a:off x="612646" y="639308"/>
            <a:ext cx="3493858" cy="3456894"/>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5" name="바닥글 개체 틀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3" name="직선 연결선(S) 2">
            <a:extLst>
              <a:ext uri="{FF2B5EF4-FFF2-40B4-BE49-F238E27FC236}">
                <a16:creationId xmlns:a16="http://schemas.microsoft.com/office/drawing/2014/main" id="{A9054AC9-7FE7-AA63-76C1-0BB3E059FCE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내용 개체 틀 7">
            <a:extLst>
              <a:ext uri="{FF2B5EF4-FFF2-40B4-BE49-F238E27FC236}">
                <a16:creationId xmlns:a16="http://schemas.microsoft.com/office/drawing/2014/main" id="{6597F5E1-A046-AB64-9D7D-F213B99BA206}"/>
              </a:ext>
            </a:extLst>
          </p:cNvPr>
          <p:cNvSpPr>
            <a:spLocks noGrp="1"/>
          </p:cNvSpPr>
          <p:nvPr>
            <p:ph sz="quarter" idx="13" hasCustomPrompt="1"/>
          </p:nvPr>
        </p:nvSpPr>
        <p:spPr>
          <a:xfrm>
            <a:off x="4784847" y="634990"/>
            <a:ext cx="4956175" cy="3461212"/>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12" name="직선 연결선(S) 11">
            <a:extLst>
              <a:ext uri="{FF2B5EF4-FFF2-40B4-BE49-F238E27FC236}">
                <a16:creationId xmlns:a16="http://schemas.microsoft.com/office/drawing/2014/main" id="{2A7D9751-738D-5DDB-78D9-0E6ADE16DBF4}"/>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직선 연결선(S) 12">
            <a:extLst>
              <a:ext uri="{FF2B5EF4-FFF2-40B4-BE49-F238E27FC236}">
                <a16:creationId xmlns:a16="http://schemas.microsoft.com/office/drawing/2014/main" id="{6097523F-06BD-1944-4024-B46F8F3B01EF}"/>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022469"/>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내용 4">
    <p:bg>
      <p:bgRef idx="1001">
        <a:schemeClr val="bg1"/>
      </p:bgRef>
    </p:bg>
    <p:spTree>
      <p:nvGrpSpPr>
        <p:cNvPr id="1" name=""/>
        <p:cNvGrpSpPr/>
        <p:nvPr/>
      </p:nvGrpSpPr>
      <p:grpSpPr>
        <a:xfrm>
          <a:off x="0" y="0"/>
          <a:ext cx="0" cy="0"/>
          <a:chOff x="0" y="0"/>
          <a:chExt cx="0" cy="0"/>
        </a:xfrm>
      </p:grpSpPr>
      <p:sp>
        <p:nvSpPr>
          <p:cNvPr id="7" name="제목 1">
            <a:extLst>
              <a:ext uri="{FF2B5EF4-FFF2-40B4-BE49-F238E27FC236}">
                <a16:creationId xmlns:a16="http://schemas.microsoft.com/office/drawing/2014/main" id="{878FADAF-0BCA-C95A-D2BE-C98740CF0EB8}"/>
              </a:ext>
            </a:extLst>
          </p:cNvPr>
          <p:cNvSpPr>
            <a:spLocks noGrp="1"/>
          </p:cNvSpPr>
          <p:nvPr>
            <p:ph type="title" hasCustomPrompt="1"/>
          </p:nvPr>
        </p:nvSpPr>
        <p:spPr>
          <a:xfrm>
            <a:off x="614678" y="634556"/>
            <a:ext cx="3923455" cy="4083580"/>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5" name="바닥글 개체 틀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3" name="직선 연결선(S) 2">
            <a:extLst>
              <a:ext uri="{FF2B5EF4-FFF2-40B4-BE49-F238E27FC236}">
                <a16:creationId xmlns:a16="http://schemas.microsoft.com/office/drawing/2014/main" id="{D32B1FAB-0434-52D4-45F7-F1C56FA427F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내용 개체 틀 7">
            <a:extLst>
              <a:ext uri="{FF2B5EF4-FFF2-40B4-BE49-F238E27FC236}">
                <a16:creationId xmlns:a16="http://schemas.microsoft.com/office/drawing/2014/main" id="{3B645384-979B-3284-353F-AE6BA73B6308}"/>
              </a:ext>
            </a:extLst>
          </p:cNvPr>
          <p:cNvSpPr>
            <a:spLocks noGrp="1"/>
          </p:cNvSpPr>
          <p:nvPr>
            <p:ph sz="quarter" idx="13" hasCustomPrompt="1"/>
          </p:nvPr>
        </p:nvSpPr>
        <p:spPr>
          <a:xfrm>
            <a:off x="5156011" y="634990"/>
            <a:ext cx="6045390" cy="4083579"/>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8" name="직선 연결선(S) 7">
            <a:extLst>
              <a:ext uri="{FF2B5EF4-FFF2-40B4-BE49-F238E27FC236}">
                <a16:creationId xmlns:a16="http://schemas.microsoft.com/office/drawing/2014/main" id="{31DE67CE-9944-D773-D6CE-6886E0FC7B92}"/>
              </a:ext>
            </a:extLst>
          </p:cNvPr>
          <p:cNvCxnSpPr>
            <a:cxnSpLocks/>
          </p:cNvCxnSpPr>
          <p:nvPr userDrawn="1"/>
        </p:nvCxnSpPr>
        <p:spPr>
          <a:xfrm>
            <a:off x="4845153" y="164150"/>
            <a:ext cx="73468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FC4113B4-BD8F-E8D0-B91A-25A71EBD29DB}"/>
              </a:ext>
            </a:extLst>
          </p:cNvPr>
          <p:cNvCxnSpPr>
            <a:cxnSpLocks/>
          </p:cNvCxnSpPr>
          <p:nvPr userDrawn="1"/>
        </p:nvCxnSpPr>
        <p:spPr>
          <a:xfrm>
            <a:off x="484515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729325"/>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내용 5">
    <p:bg>
      <p:bgRef idx="1001">
        <a:schemeClr val="bg1"/>
      </p:bgRef>
    </p:bg>
    <p:spTree>
      <p:nvGrpSpPr>
        <p:cNvPr id="1" name=""/>
        <p:cNvGrpSpPr/>
        <p:nvPr/>
      </p:nvGrpSpPr>
      <p:grpSpPr>
        <a:xfrm>
          <a:off x="0" y="0"/>
          <a:ext cx="0" cy="0"/>
          <a:chOff x="0" y="0"/>
          <a:chExt cx="0" cy="0"/>
        </a:xfrm>
      </p:grpSpPr>
      <p:sp>
        <p:nvSpPr>
          <p:cNvPr id="7" name="제목 1">
            <a:extLst>
              <a:ext uri="{FF2B5EF4-FFF2-40B4-BE49-F238E27FC236}">
                <a16:creationId xmlns:a16="http://schemas.microsoft.com/office/drawing/2014/main" id="{BFC402DE-0801-3DC8-B525-21BE7D10845C}"/>
              </a:ext>
            </a:extLst>
          </p:cNvPr>
          <p:cNvSpPr>
            <a:spLocks noGrp="1"/>
          </p:cNvSpPr>
          <p:nvPr>
            <p:ph type="title" hasCustomPrompt="1"/>
          </p:nvPr>
        </p:nvSpPr>
        <p:spPr>
          <a:xfrm>
            <a:off x="614677" y="634990"/>
            <a:ext cx="3496147" cy="4940661"/>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5" name="바닥글 개체 틀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3" name="직선 연결선(S) 2">
            <a:extLst>
              <a:ext uri="{FF2B5EF4-FFF2-40B4-BE49-F238E27FC236}">
                <a16:creationId xmlns:a16="http://schemas.microsoft.com/office/drawing/2014/main" id="{68F4B9D1-5247-53CB-C1FC-9E3459BF1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내용 개체 틀 7">
            <a:extLst>
              <a:ext uri="{FF2B5EF4-FFF2-40B4-BE49-F238E27FC236}">
                <a16:creationId xmlns:a16="http://schemas.microsoft.com/office/drawing/2014/main" id="{FAFB8F5C-FBC3-1AD5-7B6E-3D6E72CC8EDA}"/>
              </a:ext>
            </a:extLst>
          </p:cNvPr>
          <p:cNvSpPr>
            <a:spLocks noGrp="1"/>
          </p:cNvSpPr>
          <p:nvPr>
            <p:ph sz="quarter" idx="13" hasCustomPrompt="1"/>
          </p:nvPr>
        </p:nvSpPr>
        <p:spPr>
          <a:xfrm>
            <a:off x="4800600" y="634990"/>
            <a:ext cx="6775703" cy="4940661"/>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8" name="직선 연결선(S) 7">
            <a:extLst>
              <a:ext uri="{FF2B5EF4-FFF2-40B4-BE49-F238E27FC236}">
                <a16:creationId xmlns:a16="http://schemas.microsoft.com/office/drawing/2014/main" id="{2E987FE6-F1FA-D76D-889F-27925E215AFE}"/>
              </a:ext>
            </a:extLst>
          </p:cNvPr>
          <p:cNvCxnSpPr>
            <a:cxnSpLocks/>
          </p:cNvCxnSpPr>
          <p:nvPr userDrawn="1"/>
        </p:nvCxnSpPr>
        <p:spPr>
          <a:xfrm>
            <a:off x="4447588" y="164150"/>
            <a:ext cx="7744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04D5175A-6AE4-265E-5E7C-0D58C0399013}"/>
              </a:ext>
            </a:extLst>
          </p:cNvPr>
          <p:cNvCxnSpPr>
            <a:cxnSpLocks/>
          </p:cNvCxnSpPr>
          <p:nvPr userDrawn="1"/>
        </p:nvCxnSpPr>
        <p:spPr>
          <a:xfrm>
            <a:off x="444758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13806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내용 6">
    <p:bg>
      <p:bgRef idx="1001">
        <a:schemeClr val="bg1"/>
      </p:bgRef>
    </p:bg>
    <p:spTree>
      <p:nvGrpSpPr>
        <p:cNvPr id="1" name=""/>
        <p:cNvGrpSpPr/>
        <p:nvPr/>
      </p:nvGrpSpPr>
      <p:grpSpPr>
        <a:xfrm>
          <a:off x="0" y="0"/>
          <a:ext cx="0" cy="0"/>
          <a:chOff x="0" y="0"/>
          <a:chExt cx="0" cy="0"/>
        </a:xfrm>
      </p:grpSpPr>
      <p:sp>
        <p:nvSpPr>
          <p:cNvPr id="9" name="제목 1">
            <a:extLst>
              <a:ext uri="{FF2B5EF4-FFF2-40B4-BE49-F238E27FC236}">
                <a16:creationId xmlns:a16="http://schemas.microsoft.com/office/drawing/2014/main" id="{DA14E02C-EAB1-336F-35FC-74C50ABEE3F5}"/>
              </a:ext>
            </a:extLst>
          </p:cNvPr>
          <p:cNvSpPr>
            <a:spLocks noGrp="1"/>
          </p:cNvSpPr>
          <p:nvPr>
            <p:ph type="title" hasCustomPrompt="1"/>
          </p:nvPr>
        </p:nvSpPr>
        <p:spPr>
          <a:xfrm>
            <a:off x="612646" y="634991"/>
            <a:ext cx="3203979" cy="2960689"/>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5" name="바닥글 개체 틀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3" name="직선 연결선(S) 2">
            <a:extLst>
              <a:ext uri="{FF2B5EF4-FFF2-40B4-BE49-F238E27FC236}">
                <a16:creationId xmlns:a16="http://schemas.microsoft.com/office/drawing/2014/main" id="{CE7E8DAF-8174-2859-E029-6F85464CAC9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S) 6">
            <a:extLst>
              <a:ext uri="{FF2B5EF4-FFF2-40B4-BE49-F238E27FC236}">
                <a16:creationId xmlns:a16="http://schemas.microsoft.com/office/drawing/2014/main" id="{34228395-2719-9A44-CE27-6CFD8BD848E8}"/>
              </a:ext>
            </a:extLst>
          </p:cNvPr>
          <p:cNvCxnSpPr>
            <a:cxnSpLocks/>
          </p:cNvCxnSpPr>
          <p:nvPr userDrawn="1"/>
        </p:nvCxnSpPr>
        <p:spPr>
          <a:xfrm>
            <a:off x="4076527" y="164150"/>
            <a:ext cx="811547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4E83E6F6-12DD-3AC0-8C59-D6E9DEDA1456}"/>
              </a:ext>
            </a:extLst>
          </p:cNvPr>
          <p:cNvCxnSpPr>
            <a:cxnSpLocks/>
          </p:cNvCxnSpPr>
          <p:nvPr userDrawn="1"/>
        </p:nvCxnSpPr>
        <p:spPr>
          <a:xfrm>
            <a:off x="40765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내용 개체 틀 7">
            <a:extLst>
              <a:ext uri="{FF2B5EF4-FFF2-40B4-BE49-F238E27FC236}">
                <a16:creationId xmlns:a16="http://schemas.microsoft.com/office/drawing/2014/main" id="{A0FAA1F1-BF1B-05BE-95CD-DAD1794AEEC3}"/>
              </a:ext>
            </a:extLst>
          </p:cNvPr>
          <p:cNvSpPr>
            <a:spLocks noGrp="1"/>
          </p:cNvSpPr>
          <p:nvPr>
            <p:ph sz="quarter" idx="13" hasCustomPrompt="1"/>
          </p:nvPr>
        </p:nvSpPr>
        <p:spPr>
          <a:xfrm>
            <a:off x="4336430" y="634990"/>
            <a:ext cx="7239873" cy="5221289"/>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Tree>
    <p:extLst>
      <p:ext uri="{BB962C8B-B14F-4D97-AF65-F5344CB8AC3E}">
        <p14:creationId xmlns:p14="http://schemas.microsoft.com/office/powerpoint/2010/main" val="130844173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그림이 있는 내용">
    <p:bg>
      <p:bgRef idx="1001">
        <a:schemeClr val="bg1"/>
      </p:bgRef>
    </p:bg>
    <p:spTree>
      <p:nvGrpSpPr>
        <p:cNvPr id="1" name=""/>
        <p:cNvGrpSpPr/>
        <p:nvPr/>
      </p:nvGrpSpPr>
      <p:grpSpPr>
        <a:xfrm>
          <a:off x="0" y="0"/>
          <a:ext cx="0" cy="0"/>
          <a:chOff x="0" y="0"/>
          <a:chExt cx="0" cy="0"/>
        </a:xfrm>
      </p:grpSpPr>
      <p:sp>
        <p:nvSpPr>
          <p:cNvPr id="5" name="제목 1">
            <a:extLst>
              <a:ext uri="{FF2B5EF4-FFF2-40B4-BE49-F238E27FC236}">
                <a16:creationId xmlns:a16="http://schemas.microsoft.com/office/drawing/2014/main" id="{CFCB705E-6980-8EA2-DEFB-527BC9F42B3C}"/>
              </a:ext>
            </a:extLst>
          </p:cNvPr>
          <p:cNvSpPr>
            <a:spLocks noGrp="1"/>
          </p:cNvSpPr>
          <p:nvPr>
            <p:ph type="title" hasCustomPrompt="1"/>
          </p:nvPr>
        </p:nvSpPr>
        <p:spPr>
          <a:xfrm>
            <a:off x="5195209" y="649229"/>
            <a:ext cx="6426389" cy="1315029"/>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9" name="바닥글 개체 틀 8">
            <a:extLst>
              <a:ext uri="{FF2B5EF4-FFF2-40B4-BE49-F238E27FC236}">
                <a16:creationId xmlns:a16="http://schemas.microsoft.com/office/drawing/2014/main" id="{C65BFCB1-FAA8-D03A-3B62-DCB2CF1CA112}"/>
              </a:ext>
            </a:extLst>
          </p:cNvPr>
          <p:cNvSpPr>
            <a:spLocks noGrp="1"/>
          </p:cNvSpPr>
          <p:nvPr>
            <p:ph type="ftr" sz="quarter" idx="16"/>
          </p:nvPr>
        </p:nvSpPr>
        <p:spPr>
          <a:xfrm rot="16200000">
            <a:off x="-2067304" y="2231454"/>
            <a:ext cx="4564376"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532354" y="5260879"/>
            <a:ext cx="1494475" cy="429768"/>
          </a:xfrm>
        </p:spPr>
        <p:txBody>
          <a:bodyPr rtlCol="0"/>
          <a:lstStyle/>
          <a:p>
            <a:pPr rtl="0"/>
            <a:r>
              <a:rPr lang="en-US"/>
              <a:t>2025년 8월 18일</a:t>
            </a:r>
            <a:endParaRPr lang="en-US" dirty="0"/>
          </a:p>
        </p:txBody>
      </p:sp>
      <p:sp>
        <p:nvSpPr>
          <p:cNvPr id="10" name="슬라이드 번호 개체 틀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rtlCol="0"/>
          <a:lstStyle/>
          <a:p>
            <a:pPr rtl="0"/>
            <a:fld id="{CC057153-B650-4DEB-B370-79DDCFDCE934}" type="slidenum">
              <a:rPr lang="en-US" smtClean="0"/>
              <a:t>‹#›</a:t>
            </a:fld>
            <a:endParaRPr lang="en-US" dirty="0"/>
          </a:p>
        </p:txBody>
      </p:sp>
      <p:sp>
        <p:nvSpPr>
          <p:cNvPr id="11" name="그림 개체 틀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1"/>
            <a:ext cx="3955689" cy="6858000"/>
          </a:xfrm>
          <a:prstGeom prst="rect">
            <a:avLst/>
          </a:prstGeom>
          <a:blipFill dpi="0" rotWithShape="1">
            <a:blip r:embed="rId2">
              <a:alphaModFix amt="60000"/>
            </a:blip>
            <a:srcRect/>
            <a:stretch>
              <a:fillRect l="-2278" r="-6699"/>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13" name="내용 개체 틀 7">
            <a:extLst>
              <a:ext uri="{FF2B5EF4-FFF2-40B4-BE49-F238E27FC236}">
                <a16:creationId xmlns:a16="http://schemas.microsoft.com/office/drawing/2014/main" id="{1DEA9FDC-933A-D673-02B2-DFC917E1F183}"/>
              </a:ext>
            </a:extLst>
          </p:cNvPr>
          <p:cNvSpPr>
            <a:spLocks noGrp="1"/>
          </p:cNvSpPr>
          <p:nvPr>
            <p:ph sz="quarter" idx="14" hasCustomPrompt="1"/>
          </p:nvPr>
        </p:nvSpPr>
        <p:spPr>
          <a:xfrm>
            <a:off x="5196566" y="2129468"/>
            <a:ext cx="6418935" cy="4093163"/>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6" name="직선 연결선(S) 5">
            <a:extLst>
              <a:ext uri="{FF2B5EF4-FFF2-40B4-BE49-F238E27FC236}">
                <a16:creationId xmlns:a16="http://schemas.microsoft.com/office/drawing/2014/main" id="{8F3207AA-DF92-4449-9316-61475F014448}"/>
              </a:ext>
            </a:extLst>
          </p:cNvPr>
          <p:cNvCxnSpPr>
            <a:cxnSpLocks/>
          </p:cNvCxnSpPr>
          <p:nvPr userDrawn="1"/>
        </p:nvCxnSpPr>
        <p:spPr>
          <a:xfrm>
            <a:off x="4554017" y="164150"/>
            <a:ext cx="76379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직선 연결선(S) 2">
            <a:extLst>
              <a:ext uri="{FF2B5EF4-FFF2-40B4-BE49-F238E27FC236}">
                <a16:creationId xmlns:a16="http://schemas.microsoft.com/office/drawing/2014/main" id="{D34805F9-D010-6E54-928C-1EBB88CBA9D3}"/>
              </a:ext>
            </a:extLst>
          </p:cNvPr>
          <p:cNvCxnSpPr>
            <a:cxnSpLocks/>
          </p:cNvCxnSpPr>
          <p:nvPr userDrawn="1"/>
        </p:nvCxnSpPr>
        <p:spPr>
          <a:xfrm>
            <a:off x="455852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FA487952-A86B-7C85-B4C5-3B9E9DED85A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29057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그림 2가 있는 내용">
    <p:bg>
      <p:bgRef idx="1001">
        <a:schemeClr val="bg1"/>
      </p:bgRef>
    </p:bg>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0A54697B-6BB0-3017-1C4B-D8473D35C9F1}"/>
              </a:ext>
            </a:extLst>
          </p:cNvPr>
          <p:cNvSpPr>
            <a:spLocks noGrp="1"/>
          </p:cNvSpPr>
          <p:nvPr>
            <p:ph type="title" hasCustomPrompt="1"/>
          </p:nvPr>
        </p:nvSpPr>
        <p:spPr>
          <a:xfrm>
            <a:off x="612647" y="634999"/>
            <a:ext cx="6339541" cy="1191320"/>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0" name="바닥글 개체 틀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2067302" y="2231454"/>
            <a:ext cx="4564376"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9" name="날짜 개체 틀 8">
            <a:extLst>
              <a:ext uri="{FF2B5EF4-FFF2-40B4-BE49-F238E27FC236}">
                <a16:creationId xmlns:a16="http://schemas.microsoft.com/office/drawing/2014/main" id="{81177663-FC76-DF36-EEB7-5BE4C6C82F3A}"/>
              </a:ext>
            </a:extLst>
          </p:cNvPr>
          <p:cNvSpPr>
            <a:spLocks noGrp="1"/>
          </p:cNvSpPr>
          <p:nvPr>
            <p:ph type="dt" sz="half" idx="15"/>
          </p:nvPr>
        </p:nvSpPr>
        <p:spPr>
          <a:xfrm rot="16200000">
            <a:off x="-532352" y="5260879"/>
            <a:ext cx="1494475" cy="429768"/>
          </a:xfrm>
        </p:spPr>
        <p:txBody>
          <a:bodyPr rtlCol="0"/>
          <a:lstStyle/>
          <a:p>
            <a:pPr rtl="0"/>
            <a:r>
              <a:rPr lang="en-US"/>
              <a:t>2025년 8월 18일</a:t>
            </a:r>
            <a:endParaRPr lang="en-US" dirty="0"/>
          </a:p>
        </p:txBody>
      </p:sp>
      <p:sp>
        <p:nvSpPr>
          <p:cNvPr id="12" name="슬라이드 번호 개체 틀 11">
            <a:extLst>
              <a:ext uri="{FF2B5EF4-FFF2-40B4-BE49-F238E27FC236}">
                <a16:creationId xmlns:a16="http://schemas.microsoft.com/office/drawing/2014/main" id="{A5A5085F-BE80-B110-AA1F-9DD0919E27D7}"/>
              </a:ext>
            </a:extLst>
          </p:cNvPr>
          <p:cNvSpPr>
            <a:spLocks noGrp="1"/>
          </p:cNvSpPr>
          <p:nvPr>
            <p:ph type="sldNum" sz="quarter" idx="17"/>
          </p:nvPr>
        </p:nvSpPr>
        <p:spPr>
          <a:xfrm>
            <a:off x="1" y="6492875"/>
            <a:ext cx="429207" cy="365125"/>
          </a:xfrm>
        </p:spPr>
        <p:txBody>
          <a:bodyPr rtlCol="0"/>
          <a:lstStyle/>
          <a:p>
            <a:pPr rtl="0"/>
            <a:fld id="{CC057153-B650-4DEB-B370-79DDCFDCE934}" type="slidenum">
              <a:rPr lang="en-US" smtClean="0"/>
              <a:t>‹#›</a:t>
            </a:fld>
            <a:endParaRPr lang="en-US" dirty="0"/>
          </a:p>
        </p:txBody>
      </p:sp>
      <p:cxnSp>
        <p:nvCxnSpPr>
          <p:cNvPr id="3" name="직선 연결선(S) 2">
            <a:extLst>
              <a:ext uri="{FF2B5EF4-FFF2-40B4-BE49-F238E27FC236}">
                <a16:creationId xmlns:a16="http://schemas.microsoft.com/office/drawing/2014/main" id="{967BDF5B-E352-4558-1EFA-37F504BFE32E}"/>
              </a:ext>
            </a:extLst>
          </p:cNvPr>
          <p:cNvCxnSpPr>
            <a:cxnSpLocks/>
          </p:cNvCxnSpPr>
          <p:nvPr userDrawn="1"/>
        </p:nvCxnSpPr>
        <p:spPr>
          <a:xfrm>
            <a:off x="429208" y="164150"/>
            <a:ext cx="719111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내용 개체 틀 7">
            <a:extLst>
              <a:ext uri="{FF2B5EF4-FFF2-40B4-BE49-F238E27FC236}">
                <a16:creationId xmlns:a16="http://schemas.microsoft.com/office/drawing/2014/main" id="{071AEEC6-CCC7-7524-30CC-97FFD70292E7}"/>
              </a:ext>
            </a:extLst>
          </p:cNvPr>
          <p:cNvSpPr>
            <a:spLocks noGrp="1"/>
          </p:cNvSpPr>
          <p:nvPr>
            <p:ph sz="quarter" idx="14" hasCustomPrompt="1"/>
          </p:nvPr>
        </p:nvSpPr>
        <p:spPr>
          <a:xfrm>
            <a:off x="612774" y="1975104"/>
            <a:ext cx="6339414" cy="4228997"/>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1" name="그림 개체 틀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6" name="직선 연결선(S) 5">
            <a:extLst>
              <a:ext uri="{FF2B5EF4-FFF2-40B4-BE49-F238E27FC236}">
                <a16:creationId xmlns:a16="http://schemas.microsoft.com/office/drawing/2014/main" id="{D02BFE52-C7C3-A7E3-F6D9-EDECDF40EF56}"/>
              </a:ext>
            </a:extLst>
          </p:cNvPr>
          <p:cNvCxnSpPr>
            <a:cxnSpLocks/>
          </p:cNvCxnSpPr>
          <p:nvPr userDrawn="1"/>
        </p:nvCxnSpPr>
        <p:spPr>
          <a:xfrm>
            <a:off x="762032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S) 6">
            <a:extLst>
              <a:ext uri="{FF2B5EF4-FFF2-40B4-BE49-F238E27FC236}">
                <a16:creationId xmlns:a16="http://schemas.microsoft.com/office/drawing/2014/main" id="{21C0473F-E6DB-D181-43D0-0D5C945184BB}"/>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434122"/>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그림 3이 있는 내용">
    <p:bg>
      <p:bgRef idx="1001">
        <a:schemeClr val="bg1"/>
      </p:bgRef>
    </p:bg>
    <p:spTree>
      <p:nvGrpSpPr>
        <p:cNvPr id="1" name=""/>
        <p:cNvGrpSpPr/>
        <p:nvPr/>
      </p:nvGrpSpPr>
      <p:grpSpPr>
        <a:xfrm>
          <a:off x="0" y="0"/>
          <a:ext cx="0" cy="0"/>
          <a:chOff x="0" y="0"/>
          <a:chExt cx="0" cy="0"/>
        </a:xfrm>
      </p:grpSpPr>
      <p:sp>
        <p:nvSpPr>
          <p:cNvPr id="15" name="제목 1">
            <a:extLst>
              <a:ext uri="{FF2B5EF4-FFF2-40B4-BE49-F238E27FC236}">
                <a16:creationId xmlns:a16="http://schemas.microsoft.com/office/drawing/2014/main" id="{B5514FA0-05E8-2961-1038-EAF5251DC614}"/>
              </a:ext>
            </a:extLst>
          </p:cNvPr>
          <p:cNvSpPr>
            <a:spLocks noGrp="1"/>
          </p:cNvSpPr>
          <p:nvPr>
            <p:ph type="title" hasCustomPrompt="1"/>
          </p:nvPr>
        </p:nvSpPr>
        <p:spPr>
          <a:xfrm>
            <a:off x="4487024" y="634999"/>
            <a:ext cx="6950232" cy="1124525"/>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4" name="바닥글 개체 틀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2067304" y="2231454"/>
            <a:ext cx="4564376"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532354" y="5260879"/>
            <a:ext cx="1494474" cy="429768"/>
          </a:xfrm>
        </p:spPr>
        <p:txBody>
          <a:bodyPr rtlCol="0"/>
          <a:lstStyle/>
          <a:p>
            <a:pPr rtl="0"/>
            <a:r>
              <a:rPr lang="en-US"/>
              <a:t>2025년 8월 18일</a:t>
            </a:r>
            <a:endParaRPr lang="en-US" dirty="0"/>
          </a:p>
        </p:txBody>
      </p:sp>
      <p:sp>
        <p:nvSpPr>
          <p:cNvPr id="9" name="슬라이드 번호 개체 틀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rtlCol="0"/>
          <a:lstStyle/>
          <a:p>
            <a:pPr rtl="0"/>
            <a:fld id="{CC057153-B650-4DEB-B370-79DDCFDCE934}" type="slidenum">
              <a:rPr lang="en-US" smtClean="0"/>
              <a:t>‹#›</a:t>
            </a:fld>
            <a:endParaRPr lang="en-US" dirty="0"/>
          </a:p>
        </p:txBody>
      </p:sp>
      <p:cxnSp>
        <p:nvCxnSpPr>
          <p:cNvPr id="10" name="직선 연결선(S) 9">
            <a:extLst>
              <a:ext uri="{FF2B5EF4-FFF2-40B4-BE49-F238E27FC236}">
                <a16:creationId xmlns:a16="http://schemas.microsoft.com/office/drawing/2014/main" id="{5EA26726-2193-5028-87FF-55119A73A643}"/>
              </a:ext>
            </a:extLst>
          </p:cNvPr>
          <p:cNvCxnSpPr>
            <a:cxnSpLocks/>
          </p:cNvCxnSpPr>
          <p:nvPr userDrawn="1"/>
        </p:nvCxnSpPr>
        <p:spPr>
          <a:xfrm>
            <a:off x="3854841" y="164150"/>
            <a:ext cx="83371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그림 개체 틀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0"/>
            <a:ext cx="3256513" cy="6858000"/>
          </a:xfrm>
          <a:prstGeom prst="rect">
            <a:avLst/>
          </a:prstGeom>
          <a:blipFill dpi="0" rotWithShape="1">
            <a:blip r:embed="rId2">
              <a:alphaModFix amt="60000"/>
            </a:blip>
            <a:srcRect/>
            <a:stretch>
              <a:fillRect l="-74" r="-74"/>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5" name="직선 연결선(S) 4">
            <a:extLst>
              <a:ext uri="{FF2B5EF4-FFF2-40B4-BE49-F238E27FC236}">
                <a16:creationId xmlns:a16="http://schemas.microsoft.com/office/drawing/2014/main" id="{1FAA0E72-1F2C-EAE4-77B7-9FF7C88D21DD}"/>
              </a:ext>
            </a:extLst>
          </p:cNvPr>
          <p:cNvCxnSpPr>
            <a:cxnSpLocks/>
          </p:cNvCxnSpPr>
          <p:nvPr userDrawn="1"/>
        </p:nvCxnSpPr>
        <p:spPr>
          <a:xfrm>
            <a:off x="385484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FEA80D3F-C3CE-0859-0D1F-594C0503DBA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내용 개체 틀 7">
            <a:extLst>
              <a:ext uri="{FF2B5EF4-FFF2-40B4-BE49-F238E27FC236}">
                <a16:creationId xmlns:a16="http://schemas.microsoft.com/office/drawing/2014/main" id="{7A9AAC07-CAB1-CF16-5C97-C863D7E6BD22}"/>
              </a:ext>
            </a:extLst>
          </p:cNvPr>
          <p:cNvSpPr>
            <a:spLocks noGrp="1"/>
          </p:cNvSpPr>
          <p:nvPr>
            <p:ph sz="quarter" idx="14" hasCustomPrompt="1"/>
          </p:nvPr>
        </p:nvSpPr>
        <p:spPr>
          <a:xfrm>
            <a:off x="4487024" y="1879608"/>
            <a:ext cx="6950232" cy="4343387"/>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Tree>
    <p:extLst>
      <p:ext uri="{BB962C8B-B14F-4D97-AF65-F5344CB8AC3E}">
        <p14:creationId xmlns:p14="http://schemas.microsoft.com/office/powerpoint/2010/main" val="154785148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그림 4가 있는 내용">
    <p:bg>
      <p:bgRef idx="1001">
        <a:schemeClr val="bg1"/>
      </p:bgRef>
    </p:bg>
    <p:spTree>
      <p:nvGrpSpPr>
        <p:cNvPr id="1" name=""/>
        <p:cNvGrpSpPr/>
        <p:nvPr/>
      </p:nvGrpSpPr>
      <p:grpSpPr>
        <a:xfrm>
          <a:off x="0" y="0"/>
          <a:ext cx="0" cy="0"/>
          <a:chOff x="0" y="0"/>
          <a:chExt cx="0" cy="0"/>
        </a:xfrm>
      </p:grpSpPr>
      <p:cxnSp>
        <p:nvCxnSpPr>
          <p:cNvPr id="5" name="직선 연결선(S) 4">
            <a:extLst>
              <a:ext uri="{FF2B5EF4-FFF2-40B4-BE49-F238E27FC236}">
                <a16:creationId xmlns:a16="http://schemas.microsoft.com/office/drawing/2014/main" id="{616649CF-C20C-7376-D09A-88A289B7A347}"/>
              </a:ext>
            </a:extLst>
          </p:cNvPr>
          <p:cNvCxnSpPr>
            <a:cxnSpLocks/>
          </p:cNvCxnSpPr>
          <p:nvPr userDrawn="1"/>
        </p:nvCxnSpPr>
        <p:spPr>
          <a:xfrm>
            <a:off x="429208" y="164150"/>
            <a:ext cx="85062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제목 1">
            <a:extLst>
              <a:ext uri="{FF2B5EF4-FFF2-40B4-BE49-F238E27FC236}">
                <a16:creationId xmlns:a16="http://schemas.microsoft.com/office/drawing/2014/main" id="{2035DE79-838A-407A-D882-E2ECC332BA37}"/>
              </a:ext>
            </a:extLst>
          </p:cNvPr>
          <p:cNvSpPr>
            <a:spLocks noGrp="1"/>
          </p:cNvSpPr>
          <p:nvPr>
            <p:ph type="title" hasCustomPrompt="1"/>
          </p:nvPr>
        </p:nvSpPr>
        <p:spPr>
          <a:xfrm>
            <a:off x="612646" y="634999"/>
            <a:ext cx="8053370" cy="932688"/>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9" name="바닥글 개체 틀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2067302" y="2231454"/>
            <a:ext cx="4564376"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9F3CAD5B-18BB-E21E-3A4C-7BAACB8519A4}"/>
              </a:ext>
            </a:extLst>
          </p:cNvPr>
          <p:cNvSpPr>
            <a:spLocks noGrp="1"/>
          </p:cNvSpPr>
          <p:nvPr>
            <p:ph type="dt" sz="half" idx="15"/>
          </p:nvPr>
        </p:nvSpPr>
        <p:spPr>
          <a:xfrm rot="16200000">
            <a:off x="-532352" y="5260879"/>
            <a:ext cx="1494475" cy="429768"/>
          </a:xfrm>
        </p:spPr>
        <p:txBody>
          <a:bodyPr rtlCol="0"/>
          <a:lstStyle/>
          <a:p>
            <a:pPr rtl="0"/>
            <a:r>
              <a:rPr lang="en-US"/>
              <a:t>2025년 8월 18일</a:t>
            </a:r>
            <a:endParaRPr lang="en-US" dirty="0"/>
          </a:p>
        </p:txBody>
      </p:sp>
      <p:sp>
        <p:nvSpPr>
          <p:cNvPr id="10" name="슬라이드 번호 개체 틀 9">
            <a:extLst>
              <a:ext uri="{FF2B5EF4-FFF2-40B4-BE49-F238E27FC236}">
                <a16:creationId xmlns:a16="http://schemas.microsoft.com/office/drawing/2014/main" id="{BBDEAB8E-8806-A459-E320-4CA2B455BFD7}"/>
              </a:ext>
            </a:extLst>
          </p:cNvPr>
          <p:cNvSpPr>
            <a:spLocks noGrp="1"/>
          </p:cNvSpPr>
          <p:nvPr>
            <p:ph type="sldNum" sz="quarter" idx="17"/>
          </p:nvPr>
        </p:nvSpPr>
        <p:spPr>
          <a:xfrm>
            <a:off x="1" y="6492240"/>
            <a:ext cx="429207" cy="365125"/>
          </a:xfrm>
        </p:spPr>
        <p:txBody>
          <a:bodyPr rtlCol="0"/>
          <a:lstStyle/>
          <a:p>
            <a:pPr rtl="0"/>
            <a:fld id="{CC057153-B650-4DEB-B370-79DDCFDCE934}" type="slidenum">
              <a:rPr lang="en-US" smtClean="0"/>
              <a:t>‹#›</a:t>
            </a:fld>
            <a:endParaRPr lang="en-US" dirty="0"/>
          </a:p>
        </p:txBody>
      </p:sp>
      <p:cxnSp>
        <p:nvCxnSpPr>
          <p:cNvPr id="12" name="직선 연결선(S) 11">
            <a:extLst>
              <a:ext uri="{FF2B5EF4-FFF2-40B4-BE49-F238E27FC236}">
                <a16:creationId xmlns:a16="http://schemas.microsoft.com/office/drawing/2014/main" id="{BB030F47-B045-036A-B67B-EF84DE9E2A8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내용 개체 틀 7">
            <a:extLst>
              <a:ext uri="{FF2B5EF4-FFF2-40B4-BE49-F238E27FC236}">
                <a16:creationId xmlns:a16="http://schemas.microsoft.com/office/drawing/2014/main" id="{74611DE4-D3F2-8522-9161-AA66017D25C5}"/>
              </a:ext>
            </a:extLst>
          </p:cNvPr>
          <p:cNvSpPr>
            <a:spLocks noGrp="1"/>
          </p:cNvSpPr>
          <p:nvPr>
            <p:ph sz="quarter" idx="14" hasCustomPrompt="1"/>
          </p:nvPr>
        </p:nvSpPr>
        <p:spPr>
          <a:xfrm>
            <a:off x="612646" y="1710153"/>
            <a:ext cx="8053370" cy="4535370"/>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2" name="그림 개체 틀 10">
            <a:extLst>
              <a:ext uri="{FF2B5EF4-FFF2-40B4-BE49-F238E27FC236}">
                <a16:creationId xmlns:a16="http://schemas.microsoft.com/office/drawing/2014/main" id="{30B91F0A-C479-FEF7-833F-CCE5C4EB4617}"/>
              </a:ext>
            </a:extLst>
          </p:cNvPr>
          <p:cNvSpPr>
            <a:spLocks noGrp="1"/>
          </p:cNvSpPr>
          <p:nvPr>
            <p:ph type="pic" sz="quarter" idx="13" hasCustomPrompt="1"/>
          </p:nvPr>
        </p:nvSpPr>
        <p:spPr>
          <a:xfrm>
            <a:off x="8935487" y="0"/>
            <a:ext cx="3256513" cy="6858000"/>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6" name="직선 연결선(S) 5">
            <a:extLst>
              <a:ext uri="{FF2B5EF4-FFF2-40B4-BE49-F238E27FC236}">
                <a16:creationId xmlns:a16="http://schemas.microsoft.com/office/drawing/2014/main" id="{83378864-FFEC-CA89-08FD-A1FFF3F03CA9}"/>
              </a:ext>
            </a:extLst>
          </p:cNvPr>
          <p:cNvCxnSpPr>
            <a:cxnSpLocks/>
          </p:cNvCxnSpPr>
          <p:nvPr userDrawn="1"/>
        </p:nvCxnSpPr>
        <p:spPr>
          <a:xfrm>
            <a:off x="893548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7055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그림 5가 있는 내용">
    <p:bg>
      <p:bgRef idx="1001">
        <a:schemeClr val="bg1"/>
      </p:bgRef>
    </p:bg>
    <p:spTree>
      <p:nvGrpSpPr>
        <p:cNvPr id="1" name=""/>
        <p:cNvGrpSpPr/>
        <p:nvPr/>
      </p:nvGrpSpPr>
      <p:grpSpPr>
        <a:xfrm>
          <a:off x="0" y="0"/>
          <a:ext cx="0" cy="0"/>
          <a:chOff x="0" y="0"/>
          <a:chExt cx="0" cy="0"/>
        </a:xfrm>
      </p:grpSpPr>
      <p:sp>
        <p:nvSpPr>
          <p:cNvPr id="9" name="제목 1">
            <a:extLst>
              <a:ext uri="{FF2B5EF4-FFF2-40B4-BE49-F238E27FC236}">
                <a16:creationId xmlns:a16="http://schemas.microsoft.com/office/drawing/2014/main" id="{7AF30E7C-B7B6-19F0-A56E-A9173599A966}"/>
              </a:ext>
            </a:extLst>
          </p:cNvPr>
          <p:cNvSpPr>
            <a:spLocks noGrp="1"/>
          </p:cNvSpPr>
          <p:nvPr>
            <p:ph type="title" hasCustomPrompt="1"/>
          </p:nvPr>
        </p:nvSpPr>
        <p:spPr>
          <a:xfrm>
            <a:off x="7094553" y="634999"/>
            <a:ext cx="4477512" cy="1328932"/>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1666" y="5260191"/>
            <a:ext cx="1493097" cy="429768"/>
          </a:xfrm>
        </p:spPr>
        <p:txBody>
          <a:bodyPr rtlCol="0"/>
          <a:lstStyle>
            <a:lvl1pPr>
              <a:defRPr>
                <a:solidFill>
                  <a:schemeClr val="tx1"/>
                </a:solidFill>
                <a:effectLst/>
              </a:defRPr>
            </a:lvl1pPr>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10" name="직선 연결선(S) 9">
            <a:extLst>
              <a:ext uri="{FF2B5EF4-FFF2-40B4-BE49-F238E27FC236}">
                <a16:creationId xmlns:a16="http://schemas.microsoft.com/office/drawing/2014/main" id="{B44E0F01-74F8-4E05-0BF9-107555BA139C}"/>
              </a:ext>
            </a:extLst>
          </p:cNvPr>
          <p:cNvCxnSpPr>
            <a:cxnSpLocks/>
          </p:cNvCxnSpPr>
          <p:nvPr userDrawn="1"/>
        </p:nvCxnSpPr>
        <p:spPr>
          <a:xfrm>
            <a:off x="6453101" y="164150"/>
            <a:ext cx="573889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그림 개체 틀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0"/>
            <a:ext cx="5843502" cy="6858000"/>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3" name="직선 연결선(S) 2">
            <a:extLst>
              <a:ext uri="{FF2B5EF4-FFF2-40B4-BE49-F238E27FC236}">
                <a16:creationId xmlns:a16="http://schemas.microsoft.com/office/drawing/2014/main" id="{A85E70CC-C7D7-B9CE-493E-0579781D2D31}"/>
              </a:ext>
            </a:extLst>
          </p:cNvPr>
          <p:cNvCxnSpPr>
            <a:cxnSpLocks/>
          </p:cNvCxnSpPr>
          <p:nvPr userDrawn="1"/>
        </p:nvCxnSpPr>
        <p:spPr>
          <a:xfrm>
            <a:off x="645310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직선 연결선(S) 3">
            <a:extLst>
              <a:ext uri="{FF2B5EF4-FFF2-40B4-BE49-F238E27FC236}">
                <a16:creationId xmlns:a16="http://schemas.microsoft.com/office/drawing/2014/main" id="{0E830231-922B-910E-CA0F-2B635AE5E80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내용 개체 틀 7">
            <a:extLst>
              <a:ext uri="{FF2B5EF4-FFF2-40B4-BE49-F238E27FC236}">
                <a16:creationId xmlns:a16="http://schemas.microsoft.com/office/drawing/2014/main" id="{2805764E-60E5-FE62-A39B-C399C892CA28}"/>
              </a:ext>
            </a:extLst>
          </p:cNvPr>
          <p:cNvSpPr>
            <a:spLocks noGrp="1"/>
          </p:cNvSpPr>
          <p:nvPr>
            <p:ph sz="quarter" idx="15" hasCustomPrompt="1"/>
          </p:nvPr>
        </p:nvSpPr>
        <p:spPr>
          <a:xfrm>
            <a:off x="7094553" y="2110570"/>
            <a:ext cx="4477512" cy="4282573"/>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Tree>
    <p:extLst>
      <p:ext uri="{BB962C8B-B14F-4D97-AF65-F5344CB8AC3E}">
        <p14:creationId xmlns:p14="http://schemas.microsoft.com/office/powerpoint/2010/main" val="270186592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그림 6이 있는 내용">
    <p:bg>
      <p:bgRef idx="1001">
        <a:schemeClr val="bg1"/>
      </p:bgRef>
    </p:bg>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0378C3E4-9A2C-A408-E558-ACBB88C70840}"/>
              </a:ext>
            </a:extLst>
          </p:cNvPr>
          <p:cNvSpPr>
            <a:spLocks noGrp="1"/>
          </p:cNvSpPr>
          <p:nvPr>
            <p:ph type="title" hasCustomPrompt="1"/>
          </p:nvPr>
        </p:nvSpPr>
        <p:spPr>
          <a:xfrm>
            <a:off x="612649" y="632326"/>
            <a:ext cx="4494189" cy="1288169"/>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1905" y="2231455"/>
            <a:ext cx="4564377" cy="429768"/>
          </a:xfrm>
        </p:spPr>
        <p:txBody>
          <a:bodyPr rtlCol="0">
            <a:normAutofit/>
          </a:bodyPr>
          <a:lstStyle>
            <a:lvl1pPr>
              <a:defRPr>
                <a:solidFill>
                  <a:schemeClr val="tx1"/>
                </a:solidFill>
                <a:effectLst/>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6954" y="5260879"/>
            <a:ext cx="1494474" cy="429768"/>
          </a:xfrm>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a:xfrm>
            <a:off x="-4601" y="6492240"/>
            <a:ext cx="429207" cy="365760"/>
          </a:xfrm>
        </p:spPr>
        <p:txBody>
          <a:bodyPr rtlCol="0"/>
          <a:lstStyle>
            <a:lvl1pPr>
              <a:defRPr>
                <a:solidFill>
                  <a:schemeClr val="tx1"/>
                </a:solidFill>
                <a:effectLst/>
              </a:defRPr>
            </a:lvl1pPr>
          </a:lstStyle>
          <a:p>
            <a:pPr rtl="0"/>
            <a:fld id="{CC057153-B650-4DEB-B370-79DDCFDCE934}" type="slidenum">
              <a:rPr lang="en-US" smtClean="0"/>
              <a:pPr/>
              <a:t>‹#›</a:t>
            </a:fld>
            <a:endParaRPr lang="en-US" dirty="0"/>
          </a:p>
        </p:txBody>
      </p:sp>
      <p:sp>
        <p:nvSpPr>
          <p:cNvPr id="9" name="내용 개체 틀 7">
            <a:extLst>
              <a:ext uri="{FF2B5EF4-FFF2-40B4-BE49-F238E27FC236}">
                <a16:creationId xmlns:a16="http://schemas.microsoft.com/office/drawing/2014/main" id="{3FB30328-57E8-EA3D-F9A4-154570AE3DF0}"/>
              </a:ext>
            </a:extLst>
          </p:cNvPr>
          <p:cNvSpPr>
            <a:spLocks noGrp="1"/>
          </p:cNvSpPr>
          <p:nvPr>
            <p:ph sz="quarter" idx="14" hasCustomPrompt="1"/>
          </p:nvPr>
        </p:nvSpPr>
        <p:spPr>
          <a:xfrm>
            <a:off x="612775" y="2068714"/>
            <a:ext cx="4494063" cy="4156956"/>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4" name="그림 개체 틀 10">
            <a:extLst>
              <a:ext uri="{FF2B5EF4-FFF2-40B4-BE49-F238E27FC236}">
                <a16:creationId xmlns:a16="http://schemas.microsoft.com/office/drawing/2014/main" id="{39DAEF4D-3959-2C17-59C0-0C51806BBED5}"/>
              </a:ext>
            </a:extLst>
          </p:cNvPr>
          <p:cNvSpPr>
            <a:spLocks noGrp="1"/>
          </p:cNvSpPr>
          <p:nvPr>
            <p:ph type="pic" sz="quarter" idx="15" hasCustomPrompt="1"/>
          </p:nvPr>
        </p:nvSpPr>
        <p:spPr>
          <a:xfrm>
            <a:off x="5658928" y="0"/>
            <a:ext cx="6533072" cy="6858000"/>
          </a:xfrm>
          <a:prstGeom prst="rect">
            <a:avLst/>
          </a:prstGeom>
          <a:blipFill dpi="0" rotWithShape="1">
            <a:blip r:embed="rId2">
              <a:alphaModFix amt="60000"/>
            </a:blip>
            <a:srcRect/>
            <a:stretch>
              <a:fillRect l="-154" r="-154"/>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3" name="직선 연결선(S) 2">
            <a:extLst>
              <a:ext uri="{FF2B5EF4-FFF2-40B4-BE49-F238E27FC236}">
                <a16:creationId xmlns:a16="http://schemas.microsoft.com/office/drawing/2014/main" id="{8812D87E-65D6-AA23-C2F1-6ACD679648B1}"/>
              </a:ext>
            </a:extLst>
          </p:cNvPr>
          <p:cNvCxnSpPr>
            <a:cxnSpLocks/>
          </p:cNvCxnSpPr>
          <p:nvPr userDrawn="1"/>
        </p:nvCxnSpPr>
        <p:spPr>
          <a:xfrm>
            <a:off x="431800" y="164150"/>
            <a:ext cx="521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5CC1A446-6BAE-22CC-E376-C7034DBFDE71}"/>
              </a:ext>
            </a:extLst>
          </p:cNvPr>
          <p:cNvCxnSpPr>
            <a:cxnSpLocks/>
          </p:cNvCxnSpPr>
          <p:nvPr userDrawn="1"/>
        </p:nvCxnSpPr>
        <p:spPr>
          <a:xfrm>
            <a:off x="5656309" y="372"/>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04047466-B04C-40AF-946A-45572220C73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85553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그림 7이 있는 내용">
    <p:bg>
      <p:bgRef idx="1001">
        <a:schemeClr val="bg1"/>
      </p:bgRef>
    </p:bg>
    <p:spTree>
      <p:nvGrpSpPr>
        <p:cNvPr id="1" name=""/>
        <p:cNvGrpSpPr/>
        <p:nvPr/>
      </p:nvGrpSpPr>
      <p:grpSpPr>
        <a:xfrm>
          <a:off x="0" y="0"/>
          <a:ext cx="0" cy="0"/>
          <a:chOff x="0" y="0"/>
          <a:chExt cx="0" cy="0"/>
        </a:xfrm>
      </p:grpSpPr>
      <p:sp>
        <p:nvSpPr>
          <p:cNvPr id="10" name="제목 1">
            <a:extLst>
              <a:ext uri="{FF2B5EF4-FFF2-40B4-BE49-F238E27FC236}">
                <a16:creationId xmlns:a16="http://schemas.microsoft.com/office/drawing/2014/main" id="{4496FAE0-B42A-699E-0194-1D9B07385D83}"/>
              </a:ext>
            </a:extLst>
          </p:cNvPr>
          <p:cNvSpPr>
            <a:spLocks noGrp="1"/>
          </p:cNvSpPr>
          <p:nvPr>
            <p:ph type="title" hasCustomPrompt="1"/>
          </p:nvPr>
        </p:nvSpPr>
        <p:spPr>
          <a:xfrm>
            <a:off x="8212663" y="634999"/>
            <a:ext cx="3363514" cy="1667226"/>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4" y="2231454"/>
            <a:ext cx="4564376"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79"/>
            <a:ext cx="1494473" cy="429768"/>
          </a:xfrm>
        </p:spPr>
        <p:txBody>
          <a:bodyPr rtlCol="0"/>
          <a:lstStyle>
            <a:lvl1pPr>
              <a:defRPr>
                <a:solidFill>
                  <a:schemeClr val="tx1"/>
                </a:solidFill>
                <a:effectLst/>
              </a:defRPr>
            </a:lvl1pPr>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sp>
        <p:nvSpPr>
          <p:cNvPr id="13" name="그림 개체 틀 10">
            <a:extLst>
              <a:ext uri="{FF2B5EF4-FFF2-40B4-BE49-F238E27FC236}">
                <a16:creationId xmlns:a16="http://schemas.microsoft.com/office/drawing/2014/main" id="{2CCC32EC-CCE1-D04B-E748-1BE84D20874B}"/>
              </a:ext>
            </a:extLst>
          </p:cNvPr>
          <p:cNvSpPr>
            <a:spLocks noGrp="1"/>
          </p:cNvSpPr>
          <p:nvPr>
            <p:ph type="pic" sz="quarter" idx="14" hasCustomPrompt="1"/>
          </p:nvPr>
        </p:nvSpPr>
        <p:spPr>
          <a:xfrm>
            <a:off x="597134" y="0"/>
            <a:ext cx="6987010" cy="6858000"/>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14" name="내용 개체 틀 7">
            <a:extLst>
              <a:ext uri="{FF2B5EF4-FFF2-40B4-BE49-F238E27FC236}">
                <a16:creationId xmlns:a16="http://schemas.microsoft.com/office/drawing/2014/main" id="{8B608AF4-46F5-990E-C133-313D6B22C312}"/>
              </a:ext>
            </a:extLst>
          </p:cNvPr>
          <p:cNvSpPr>
            <a:spLocks noGrp="1"/>
          </p:cNvSpPr>
          <p:nvPr>
            <p:ph sz="quarter" idx="15" hasCustomPrompt="1"/>
          </p:nvPr>
        </p:nvSpPr>
        <p:spPr>
          <a:xfrm>
            <a:off x="8212790" y="2450529"/>
            <a:ext cx="3363513" cy="3854643"/>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9" name="직선 연결선(S) 8">
            <a:extLst>
              <a:ext uri="{FF2B5EF4-FFF2-40B4-BE49-F238E27FC236}">
                <a16:creationId xmlns:a16="http://schemas.microsoft.com/office/drawing/2014/main" id="{78B378FF-8198-DC37-BA5B-473DEDD75988}"/>
              </a:ext>
            </a:extLst>
          </p:cNvPr>
          <p:cNvCxnSpPr>
            <a:cxnSpLocks/>
          </p:cNvCxnSpPr>
          <p:nvPr userDrawn="1"/>
        </p:nvCxnSpPr>
        <p:spPr>
          <a:xfrm>
            <a:off x="7584144" y="164150"/>
            <a:ext cx="46078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직선 연결선(S) 2">
            <a:extLst>
              <a:ext uri="{FF2B5EF4-FFF2-40B4-BE49-F238E27FC236}">
                <a16:creationId xmlns:a16="http://schemas.microsoft.com/office/drawing/2014/main" id="{E54E56D6-14F7-4AF8-BCF3-2B60F1174250}"/>
              </a:ext>
            </a:extLst>
          </p:cNvPr>
          <p:cNvCxnSpPr>
            <a:cxnSpLocks/>
          </p:cNvCxnSpPr>
          <p:nvPr userDrawn="1"/>
        </p:nvCxnSpPr>
        <p:spPr>
          <a:xfrm>
            <a:off x="7588298"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1FD24FBA-09F1-E77D-0C3E-A914CBD5F4F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85112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그림 8이 있는 내용">
    <p:bg>
      <p:bgRef idx="1001">
        <a:schemeClr val="bg1"/>
      </p:bgRef>
    </p:bg>
    <p:spTree>
      <p:nvGrpSpPr>
        <p:cNvPr id="1" name=""/>
        <p:cNvGrpSpPr/>
        <p:nvPr/>
      </p:nvGrpSpPr>
      <p:grpSpPr>
        <a:xfrm>
          <a:off x="0" y="0"/>
          <a:ext cx="0" cy="0"/>
          <a:chOff x="0" y="0"/>
          <a:chExt cx="0" cy="0"/>
        </a:xfrm>
      </p:grpSpPr>
      <p:sp>
        <p:nvSpPr>
          <p:cNvPr id="13" name="제목 1">
            <a:extLst>
              <a:ext uri="{FF2B5EF4-FFF2-40B4-BE49-F238E27FC236}">
                <a16:creationId xmlns:a16="http://schemas.microsoft.com/office/drawing/2014/main" id="{C73E7AA6-3E01-E0FE-40A6-864DFD88873B}"/>
              </a:ext>
            </a:extLst>
          </p:cNvPr>
          <p:cNvSpPr>
            <a:spLocks noGrp="1"/>
          </p:cNvSpPr>
          <p:nvPr>
            <p:ph type="title" hasCustomPrompt="1"/>
          </p:nvPr>
        </p:nvSpPr>
        <p:spPr>
          <a:xfrm>
            <a:off x="615697" y="634999"/>
            <a:ext cx="3363510" cy="1667226"/>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4711" y="2231455"/>
            <a:ext cx="4564377" cy="429768"/>
          </a:xfrm>
        </p:spPr>
        <p:txBody>
          <a:bodyPr rtlCol="0">
            <a:normAutofit/>
          </a:bodyPr>
          <a:lstStyle>
            <a:lvl1pPr>
              <a:defRPr>
                <a:solidFill>
                  <a:schemeClr val="tx1"/>
                </a:solidFill>
                <a:effectLst/>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29760" y="5260879"/>
            <a:ext cx="1494474" cy="429768"/>
          </a:xfrm>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a:xfrm>
            <a:off x="2593" y="6492875"/>
            <a:ext cx="429207" cy="365125"/>
          </a:xfrm>
        </p:spPr>
        <p:txBody>
          <a:bodyPr rtlCol="0"/>
          <a:lstStyle>
            <a:lvl1pPr>
              <a:defRPr>
                <a:solidFill>
                  <a:schemeClr val="tx1"/>
                </a:solidFill>
                <a:effectLst/>
              </a:defRPr>
            </a:lvl1pPr>
          </a:lstStyle>
          <a:p>
            <a:pPr rtl="0"/>
            <a:fld id="{CC057153-B650-4DEB-B370-79DDCFDCE934}" type="slidenum">
              <a:rPr lang="en-US" smtClean="0"/>
              <a:pPr/>
              <a:t>‹#›</a:t>
            </a:fld>
            <a:endParaRPr lang="en-US" dirty="0"/>
          </a:p>
        </p:txBody>
      </p:sp>
      <p:sp>
        <p:nvSpPr>
          <p:cNvPr id="14" name="내용 개체 틀 7">
            <a:extLst>
              <a:ext uri="{FF2B5EF4-FFF2-40B4-BE49-F238E27FC236}">
                <a16:creationId xmlns:a16="http://schemas.microsoft.com/office/drawing/2014/main" id="{07C31AA0-00A0-8749-8CC5-95B234604803}"/>
              </a:ext>
            </a:extLst>
          </p:cNvPr>
          <p:cNvSpPr>
            <a:spLocks noGrp="1"/>
          </p:cNvSpPr>
          <p:nvPr>
            <p:ph sz="quarter" idx="14" hasCustomPrompt="1"/>
          </p:nvPr>
        </p:nvSpPr>
        <p:spPr>
          <a:xfrm>
            <a:off x="615824" y="2450529"/>
            <a:ext cx="3363513" cy="3814887"/>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5" name="그림 개체 틀 10">
            <a:extLst>
              <a:ext uri="{FF2B5EF4-FFF2-40B4-BE49-F238E27FC236}">
                <a16:creationId xmlns:a16="http://schemas.microsoft.com/office/drawing/2014/main" id="{ABDC61D1-0D87-5A5A-4C73-5CAFD8889E02}"/>
              </a:ext>
            </a:extLst>
          </p:cNvPr>
          <p:cNvSpPr>
            <a:spLocks noGrp="1"/>
          </p:cNvSpPr>
          <p:nvPr>
            <p:ph type="pic" sz="quarter" idx="15" hasCustomPrompt="1"/>
          </p:nvPr>
        </p:nvSpPr>
        <p:spPr>
          <a:xfrm>
            <a:off x="4607856" y="0"/>
            <a:ext cx="7584144" cy="6858000"/>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9" name="직선 연결선(S) 8">
            <a:extLst>
              <a:ext uri="{FF2B5EF4-FFF2-40B4-BE49-F238E27FC236}">
                <a16:creationId xmlns:a16="http://schemas.microsoft.com/office/drawing/2014/main" id="{56838F21-75ED-E44B-42EB-FC7FE5E930B5}"/>
              </a:ext>
            </a:extLst>
          </p:cNvPr>
          <p:cNvCxnSpPr>
            <a:cxnSpLocks/>
          </p:cNvCxnSpPr>
          <p:nvPr userDrawn="1"/>
        </p:nvCxnSpPr>
        <p:spPr>
          <a:xfrm>
            <a:off x="431800" y="164150"/>
            <a:ext cx="41628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직선 연결선(S) 2">
            <a:extLst>
              <a:ext uri="{FF2B5EF4-FFF2-40B4-BE49-F238E27FC236}">
                <a16:creationId xmlns:a16="http://schemas.microsoft.com/office/drawing/2014/main" id="{CF9AEDF6-9814-FD08-73EB-63D58BF776EA}"/>
              </a:ext>
            </a:extLst>
          </p:cNvPr>
          <p:cNvCxnSpPr>
            <a:cxnSpLocks/>
          </p:cNvCxnSpPr>
          <p:nvPr userDrawn="1"/>
        </p:nvCxnSpPr>
        <p:spPr>
          <a:xfrm>
            <a:off x="460189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직선 연결선(S) 3">
            <a:extLst>
              <a:ext uri="{FF2B5EF4-FFF2-40B4-BE49-F238E27FC236}">
                <a16:creationId xmlns:a16="http://schemas.microsoft.com/office/drawing/2014/main" id="{5A8CA044-325A-12D3-37BC-BDCEBBC342C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62123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그림 9가 있는 내용">
    <p:bg>
      <p:bgRef idx="1001">
        <a:schemeClr val="bg1"/>
      </p:bgRef>
    </p:bg>
    <p:spTree>
      <p:nvGrpSpPr>
        <p:cNvPr id="1" name=""/>
        <p:cNvGrpSpPr/>
        <p:nvPr/>
      </p:nvGrpSpPr>
      <p:grpSpPr>
        <a:xfrm>
          <a:off x="0" y="0"/>
          <a:ext cx="0" cy="0"/>
          <a:chOff x="0" y="0"/>
          <a:chExt cx="0" cy="0"/>
        </a:xfrm>
      </p:grpSpPr>
      <p:sp>
        <p:nvSpPr>
          <p:cNvPr id="12" name="제목 1">
            <a:extLst>
              <a:ext uri="{FF2B5EF4-FFF2-40B4-BE49-F238E27FC236}">
                <a16:creationId xmlns:a16="http://schemas.microsoft.com/office/drawing/2014/main" id="{DEDD9488-FAAC-3468-EC84-62DCAA385014}"/>
              </a:ext>
            </a:extLst>
          </p:cNvPr>
          <p:cNvSpPr>
            <a:spLocks noGrp="1"/>
          </p:cNvSpPr>
          <p:nvPr>
            <p:ph type="title" hasCustomPrompt="1"/>
          </p:nvPr>
        </p:nvSpPr>
        <p:spPr>
          <a:xfrm>
            <a:off x="8888061" y="634999"/>
            <a:ext cx="2699254" cy="2214453"/>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9" name="바닥글 개체 틀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2067301" y="2231454"/>
            <a:ext cx="4564376"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532352" y="5260879"/>
            <a:ext cx="1494475" cy="429768"/>
          </a:xfrm>
        </p:spPr>
        <p:txBody>
          <a:bodyPr rtlCol="0"/>
          <a:lstStyle/>
          <a:p>
            <a:pPr rtl="0"/>
            <a:r>
              <a:rPr lang="en-US"/>
              <a:t>2025년 8월 18일</a:t>
            </a:r>
            <a:endParaRPr lang="en-US" dirty="0"/>
          </a:p>
        </p:txBody>
      </p:sp>
      <p:sp>
        <p:nvSpPr>
          <p:cNvPr id="10" name="슬라이드 번호 개체 틀 9">
            <a:extLst>
              <a:ext uri="{FF2B5EF4-FFF2-40B4-BE49-F238E27FC236}">
                <a16:creationId xmlns:a16="http://schemas.microsoft.com/office/drawing/2014/main" id="{4963CA08-6B63-DC1E-8CB3-C323C9040122}"/>
              </a:ext>
            </a:extLst>
          </p:cNvPr>
          <p:cNvSpPr>
            <a:spLocks noGrp="1"/>
          </p:cNvSpPr>
          <p:nvPr>
            <p:ph type="sldNum" sz="quarter" idx="17"/>
          </p:nvPr>
        </p:nvSpPr>
        <p:spPr>
          <a:xfrm>
            <a:off x="2" y="6492513"/>
            <a:ext cx="429207" cy="365125"/>
          </a:xfrm>
        </p:spPr>
        <p:txBody>
          <a:bodyPr rtlCol="0"/>
          <a:lstStyle/>
          <a:p>
            <a:pPr rtl="0"/>
            <a:fld id="{CC057153-B650-4DEB-B370-79DDCFDCE934}" type="slidenum">
              <a:rPr lang="en-US" smtClean="0"/>
              <a:t>‹#›</a:t>
            </a:fld>
            <a:endParaRPr lang="en-US" dirty="0"/>
          </a:p>
        </p:txBody>
      </p:sp>
      <p:sp>
        <p:nvSpPr>
          <p:cNvPr id="13" name="그림 개체 틀 9">
            <a:extLst>
              <a:ext uri="{FF2B5EF4-FFF2-40B4-BE49-F238E27FC236}">
                <a16:creationId xmlns:a16="http://schemas.microsoft.com/office/drawing/2014/main" id="{9785BB1B-C644-BA77-7DDD-02B6EA405BF6}"/>
              </a:ext>
            </a:extLst>
          </p:cNvPr>
          <p:cNvSpPr>
            <a:spLocks noGrp="1"/>
          </p:cNvSpPr>
          <p:nvPr>
            <p:ph type="pic" sz="quarter" idx="18" hasCustomPrompt="1"/>
          </p:nvPr>
        </p:nvSpPr>
        <p:spPr>
          <a:xfrm>
            <a:off x="604685" y="0"/>
            <a:ext cx="764495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14" name="내용 개체 틀 7">
            <a:extLst>
              <a:ext uri="{FF2B5EF4-FFF2-40B4-BE49-F238E27FC236}">
                <a16:creationId xmlns:a16="http://schemas.microsoft.com/office/drawing/2014/main" id="{8E56834F-CC6F-AB0D-0C2D-D32A96F77227}"/>
              </a:ext>
            </a:extLst>
          </p:cNvPr>
          <p:cNvSpPr>
            <a:spLocks noGrp="1"/>
          </p:cNvSpPr>
          <p:nvPr>
            <p:ph sz="quarter" idx="14" hasCustomPrompt="1"/>
          </p:nvPr>
        </p:nvSpPr>
        <p:spPr>
          <a:xfrm>
            <a:off x="8889055" y="3011335"/>
            <a:ext cx="2693346" cy="3211666"/>
          </a:xfrm>
          <a:prstGeom prst="rect">
            <a:avLst/>
          </a:prstGeom>
        </p:spPr>
        <p:txBody>
          <a:bodyPr vert="horz" lIns="91440" tIns="45720" rIns="91440" bIns="45720" rtlCol="0">
            <a:normAutofit/>
          </a:bodyPr>
          <a:lstStyle>
            <a:lvl1pPr marL="0" indent="0">
              <a:buNone/>
              <a:defRPr lang="en-US" dirty="0">
                <a:latin typeface="Malgun Gothic" panose="020B0503020000020004" pitchFamily="34" charset="-127"/>
                <a:ea typeface="Malgun Gothic" panose="020B0503020000020004" pitchFamily="34" charset="-127"/>
              </a:defRPr>
            </a:lvl1pPr>
            <a:lvl2pPr marL="228600" indent="0">
              <a:buNone/>
              <a:defRPr lang="en-US" dirty="0">
                <a:latin typeface="Malgun Gothic" panose="020B0503020000020004" pitchFamily="34" charset="-127"/>
                <a:ea typeface="Malgun Gothic" panose="020B0503020000020004" pitchFamily="34" charset="-127"/>
              </a:defRPr>
            </a:lvl2pPr>
            <a:lvl3pPr marL="457200" indent="0">
              <a:buNone/>
              <a:defRPr lang="en-US" dirty="0">
                <a:latin typeface="Malgun Gothic" panose="020B0503020000020004" pitchFamily="34" charset="-127"/>
                <a:ea typeface="Malgun Gothic" panose="020B0503020000020004" pitchFamily="34" charset="-127"/>
              </a:defRPr>
            </a:lvl3pPr>
            <a:lvl4pPr marL="685800" indent="0">
              <a:buNone/>
              <a:defRPr lang="en-US" dirty="0">
                <a:latin typeface="Malgun Gothic" panose="020B0503020000020004" pitchFamily="34" charset="-127"/>
                <a:ea typeface="Malgun Gothic" panose="020B0503020000020004" pitchFamily="34" charset="-127"/>
              </a:defRPr>
            </a:lvl4pPr>
            <a:lvl5pPr marL="914400" indent="0">
              <a:buNone/>
              <a:defRPr lang="en-US" dirty="0">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7" name="직선 연결선(S) 6">
            <a:extLst>
              <a:ext uri="{FF2B5EF4-FFF2-40B4-BE49-F238E27FC236}">
                <a16:creationId xmlns:a16="http://schemas.microsoft.com/office/drawing/2014/main" id="{8F9841FB-35AF-1919-0953-5642770662AC}"/>
              </a:ext>
            </a:extLst>
          </p:cNvPr>
          <p:cNvCxnSpPr>
            <a:cxnSpLocks/>
          </p:cNvCxnSpPr>
          <p:nvPr userDrawn="1"/>
        </p:nvCxnSpPr>
        <p:spPr>
          <a:xfrm>
            <a:off x="8259492" y="164150"/>
            <a:ext cx="39325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직선 연결선(S) 2">
            <a:extLst>
              <a:ext uri="{FF2B5EF4-FFF2-40B4-BE49-F238E27FC236}">
                <a16:creationId xmlns:a16="http://schemas.microsoft.com/office/drawing/2014/main" id="{358AE5DC-7AFC-CD99-8A67-46A580A7DEFE}"/>
              </a:ext>
            </a:extLst>
          </p:cNvPr>
          <p:cNvCxnSpPr>
            <a:cxnSpLocks/>
          </p:cNvCxnSpPr>
          <p:nvPr userDrawn="1"/>
        </p:nvCxnSpPr>
        <p:spPr>
          <a:xfrm>
            <a:off x="825949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직선 연결선(S) 4">
            <a:extLst>
              <a:ext uri="{FF2B5EF4-FFF2-40B4-BE49-F238E27FC236}">
                <a16:creationId xmlns:a16="http://schemas.microsoft.com/office/drawing/2014/main" id="{51BA6662-88AA-A191-B6D5-4B6DF99C8B1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89461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그림 10이 있는 내용">
    <p:bg>
      <p:bgRef idx="1001">
        <a:schemeClr val="bg1"/>
      </p:bgRef>
    </p:bg>
    <p:spTree>
      <p:nvGrpSpPr>
        <p:cNvPr id="1" name=""/>
        <p:cNvGrpSpPr/>
        <p:nvPr/>
      </p:nvGrpSpPr>
      <p:grpSpPr>
        <a:xfrm>
          <a:off x="0" y="0"/>
          <a:ext cx="0" cy="0"/>
          <a:chOff x="0" y="0"/>
          <a:chExt cx="0" cy="0"/>
        </a:xfrm>
      </p:grpSpPr>
      <p:sp>
        <p:nvSpPr>
          <p:cNvPr id="9" name="제목 1">
            <a:extLst>
              <a:ext uri="{FF2B5EF4-FFF2-40B4-BE49-F238E27FC236}">
                <a16:creationId xmlns:a16="http://schemas.microsoft.com/office/drawing/2014/main" id="{660D1278-B5CC-BDBD-8FA3-679C676A536D}"/>
              </a:ext>
            </a:extLst>
          </p:cNvPr>
          <p:cNvSpPr>
            <a:spLocks noGrp="1"/>
          </p:cNvSpPr>
          <p:nvPr>
            <p:ph type="title" hasCustomPrompt="1"/>
          </p:nvPr>
        </p:nvSpPr>
        <p:spPr>
          <a:xfrm>
            <a:off x="615697" y="634999"/>
            <a:ext cx="2699254" cy="2214453"/>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2638" y="2236683"/>
            <a:ext cx="4553921" cy="429768"/>
          </a:xfrm>
        </p:spPr>
        <p:txBody>
          <a:bodyPr rtlCol="0">
            <a:normAutofit/>
          </a:bodyPr>
          <a:lstStyle>
            <a:lvl1pPr>
              <a:defRPr>
                <a:solidFill>
                  <a:schemeClr val="tx1"/>
                </a:solidFill>
                <a:effectLst/>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4" y="5260880"/>
            <a:ext cx="1494476" cy="429768"/>
          </a:xfrm>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a:xfrm>
            <a:off x="0" y="6492875"/>
            <a:ext cx="429207" cy="365125"/>
          </a:xfrm>
        </p:spPr>
        <p:txBody>
          <a:bodyPr rtlCol="0"/>
          <a:lstStyle>
            <a:lvl1pPr>
              <a:defRPr>
                <a:solidFill>
                  <a:schemeClr val="tx1"/>
                </a:solidFill>
                <a:effectLst/>
              </a:defRPr>
            </a:lvl1pPr>
          </a:lstStyle>
          <a:p>
            <a:pPr rtl="0"/>
            <a:fld id="{CC057153-B650-4DEB-B370-79DDCFDCE934}" type="slidenum">
              <a:rPr lang="en-US" smtClean="0"/>
              <a:pPr/>
              <a:t>‹#›</a:t>
            </a:fld>
            <a:endParaRPr lang="en-US" dirty="0"/>
          </a:p>
        </p:txBody>
      </p:sp>
      <p:sp>
        <p:nvSpPr>
          <p:cNvPr id="13" name="내용 개체 틀 7">
            <a:extLst>
              <a:ext uri="{FF2B5EF4-FFF2-40B4-BE49-F238E27FC236}">
                <a16:creationId xmlns:a16="http://schemas.microsoft.com/office/drawing/2014/main" id="{4C1D2059-BF06-D57F-DC08-4CF8A0E3616D}"/>
              </a:ext>
            </a:extLst>
          </p:cNvPr>
          <p:cNvSpPr>
            <a:spLocks noGrp="1"/>
          </p:cNvSpPr>
          <p:nvPr>
            <p:ph sz="quarter" idx="14" hasCustomPrompt="1"/>
          </p:nvPr>
        </p:nvSpPr>
        <p:spPr>
          <a:xfrm>
            <a:off x="616691" y="3011335"/>
            <a:ext cx="2693346" cy="3211666"/>
          </a:xfrm>
          <a:prstGeom prst="rect">
            <a:avLst/>
          </a:prstGeom>
        </p:spPr>
        <p:txBody>
          <a:bodyPr vert="horz" lIns="91440" tIns="45720" rIns="91440" bIns="45720" rtlCol="0">
            <a:normAutofit/>
          </a:bodyPr>
          <a:lstStyle>
            <a:lvl1pPr marL="0" indent="0">
              <a:buNone/>
              <a:defRPr lang="en-US" dirty="0">
                <a:latin typeface="Malgun Gothic" panose="020B0503020000020004" pitchFamily="34" charset="-127"/>
                <a:ea typeface="Malgun Gothic" panose="020B0503020000020004" pitchFamily="34" charset="-127"/>
              </a:defRPr>
            </a:lvl1pPr>
            <a:lvl2pPr marL="228600" indent="0">
              <a:buNone/>
              <a:defRPr lang="en-US" dirty="0">
                <a:latin typeface="Malgun Gothic" panose="020B0503020000020004" pitchFamily="34" charset="-127"/>
                <a:ea typeface="Malgun Gothic" panose="020B0503020000020004" pitchFamily="34" charset="-127"/>
              </a:defRPr>
            </a:lvl2pPr>
            <a:lvl3pPr marL="457200" indent="0">
              <a:buNone/>
              <a:defRPr lang="en-US" dirty="0">
                <a:latin typeface="Malgun Gothic" panose="020B0503020000020004" pitchFamily="34" charset="-127"/>
                <a:ea typeface="Malgun Gothic" panose="020B0503020000020004" pitchFamily="34" charset="-127"/>
              </a:defRPr>
            </a:lvl3pPr>
            <a:lvl4pPr marL="685800" indent="0">
              <a:buNone/>
              <a:defRPr lang="en-US" dirty="0">
                <a:latin typeface="Malgun Gothic" panose="020B0503020000020004" pitchFamily="34" charset="-127"/>
                <a:ea typeface="Malgun Gothic" panose="020B0503020000020004" pitchFamily="34" charset="-127"/>
              </a:defRPr>
            </a:lvl4pPr>
            <a:lvl5pPr marL="914400" indent="0">
              <a:buNone/>
              <a:defRPr lang="en-US" dirty="0">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4" name="그림 개체 틀 9">
            <a:extLst>
              <a:ext uri="{FF2B5EF4-FFF2-40B4-BE49-F238E27FC236}">
                <a16:creationId xmlns:a16="http://schemas.microsoft.com/office/drawing/2014/main" id="{FF55FC92-13DA-DA43-D4EE-90F1CFCD3002}"/>
              </a:ext>
            </a:extLst>
          </p:cNvPr>
          <p:cNvSpPr>
            <a:spLocks noGrp="1"/>
          </p:cNvSpPr>
          <p:nvPr>
            <p:ph type="pic" sz="quarter" idx="15"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3" name="직선 연결선(S) 2">
            <a:extLst>
              <a:ext uri="{FF2B5EF4-FFF2-40B4-BE49-F238E27FC236}">
                <a16:creationId xmlns:a16="http://schemas.microsoft.com/office/drawing/2014/main" id="{9C4DF952-8FA0-48F5-F7EF-53D541404A33}"/>
              </a:ext>
            </a:extLst>
          </p:cNvPr>
          <p:cNvCxnSpPr>
            <a:cxnSpLocks/>
          </p:cNvCxnSpPr>
          <p:nvPr userDrawn="1"/>
        </p:nvCxnSpPr>
        <p:spPr>
          <a:xfrm>
            <a:off x="431800" y="164150"/>
            <a:ext cx="3420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696E75C3-3D50-62F4-97A1-08D85ABC212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4CD9DCC5-4A76-A29C-BDAD-62E571E6267E}"/>
              </a:ext>
            </a:extLst>
          </p:cNvPr>
          <p:cNvCxnSpPr>
            <a:cxnSpLocks/>
          </p:cNvCxnSpPr>
          <p:nvPr userDrawn="1"/>
        </p:nvCxnSpPr>
        <p:spPr>
          <a:xfrm>
            <a:off x="386152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1069105"/>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그림 11이 있는 내용">
    <p:bg>
      <p:bgRef idx="1001">
        <a:schemeClr val="bg1"/>
      </p:bgRef>
    </p:bg>
    <p:spTree>
      <p:nvGrpSpPr>
        <p:cNvPr id="1" name=""/>
        <p:cNvGrpSpPr/>
        <p:nvPr/>
      </p:nvGrpSpPr>
      <p:grpSpPr>
        <a:xfrm>
          <a:off x="0" y="0"/>
          <a:ext cx="0" cy="0"/>
          <a:chOff x="0" y="0"/>
          <a:chExt cx="0" cy="0"/>
        </a:xfrm>
      </p:grpSpPr>
      <p:sp>
        <p:nvSpPr>
          <p:cNvPr id="9" name="제목 1">
            <a:extLst>
              <a:ext uri="{FF2B5EF4-FFF2-40B4-BE49-F238E27FC236}">
                <a16:creationId xmlns:a16="http://schemas.microsoft.com/office/drawing/2014/main" id="{5EC775AC-06F6-654A-B451-BF23AC7E4EB9}"/>
              </a:ext>
            </a:extLst>
          </p:cNvPr>
          <p:cNvSpPr>
            <a:spLocks noGrp="1"/>
          </p:cNvSpPr>
          <p:nvPr>
            <p:ph type="title" hasCustomPrompt="1"/>
          </p:nvPr>
        </p:nvSpPr>
        <p:spPr>
          <a:xfrm>
            <a:off x="612646" y="5012268"/>
            <a:ext cx="4019522" cy="1127275"/>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67302" y="2231455"/>
            <a:ext cx="4564377"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2351" y="5260879"/>
            <a:ext cx="1494474" cy="429768"/>
          </a:xfrm>
        </p:spPr>
        <p:txBody>
          <a:bodyPr rtlCol="0"/>
          <a:lstStyle>
            <a:lvl1pPr>
              <a:defRPr>
                <a:solidFill>
                  <a:schemeClr val="tx1"/>
                </a:solidFill>
                <a:effectLst/>
              </a:defRPr>
            </a:lvl1pPr>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a:xfrm>
            <a:off x="2" y="6492513"/>
            <a:ext cx="429207" cy="365125"/>
          </a:xfrm>
        </p:spPr>
        <p:txBody>
          <a:bodyPr rtlCol="0"/>
          <a:lstStyle/>
          <a:p>
            <a:pPr rtl="0"/>
            <a:fld id="{CC057153-B650-4DEB-B370-79DDCFDCE934}" type="slidenum">
              <a:rPr lang="en-US" smtClean="0"/>
              <a:t>‹#›</a:t>
            </a:fld>
            <a:endParaRPr lang="en-US" dirty="0"/>
          </a:p>
        </p:txBody>
      </p:sp>
      <p:sp>
        <p:nvSpPr>
          <p:cNvPr id="12" name="그림 개체 틀 10">
            <a:extLst>
              <a:ext uri="{FF2B5EF4-FFF2-40B4-BE49-F238E27FC236}">
                <a16:creationId xmlns:a16="http://schemas.microsoft.com/office/drawing/2014/main" id="{13020A22-5D19-D344-F727-D4D20AA1FB7F}"/>
              </a:ext>
            </a:extLst>
          </p:cNvPr>
          <p:cNvSpPr>
            <a:spLocks noGrp="1"/>
          </p:cNvSpPr>
          <p:nvPr>
            <p:ph type="pic" sz="quarter" idx="14" hasCustomPrompt="1"/>
          </p:nvPr>
        </p:nvSpPr>
        <p:spPr>
          <a:xfrm>
            <a:off x="598303" y="0"/>
            <a:ext cx="11593695" cy="4635132"/>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13" name="내용 개체 틀 7">
            <a:extLst>
              <a:ext uri="{FF2B5EF4-FFF2-40B4-BE49-F238E27FC236}">
                <a16:creationId xmlns:a16="http://schemas.microsoft.com/office/drawing/2014/main" id="{FB7ED5EB-305D-576F-1A1C-06E6B2A0F31B}"/>
              </a:ext>
            </a:extLst>
          </p:cNvPr>
          <p:cNvSpPr>
            <a:spLocks noGrp="1"/>
          </p:cNvSpPr>
          <p:nvPr>
            <p:ph sz="quarter" idx="15" hasCustomPrompt="1"/>
          </p:nvPr>
        </p:nvSpPr>
        <p:spPr>
          <a:xfrm>
            <a:off x="5156009" y="5012267"/>
            <a:ext cx="6426391" cy="1241576"/>
          </a:xfrm>
          <a:prstGeom prst="rect">
            <a:avLst/>
          </a:prstGeom>
        </p:spPr>
        <p:txBody>
          <a:bodyPr vert="horz" lIns="91440" tIns="45720" rIns="91440" bIns="45720" rtlCol="0">
            <a:normAutofit/>
          </a:bodyPr>
          <a:lstStyle>
            <a:lvl1pPr marL="0" indent="0">
              <a:buNone/>
              <a:defRPr lang="en-US" dirty="0">
                <a:latin typeface="Malgun Gothic" panose="020B0503020000020004" pitchFamily="34" charset="-127"/>
                <a:ea typeface="Malgun Gothic" panose="020B0503020000020004" pitchFamily="34" charset="-127"/>
              </a:defRPr>
            </a:lvl1pPr>
            <a:lvl2pPr marL="228600" indent="0">
              <a:buNone/>
              <a:defRPr lang="en-US" dirty="0">
                <a:latin typeface="Malgun Gothic" panose="020B0503020000020004" pitchFamily="34" charset="-127"/>
                <a:ea typeface="Malgun Gothic" panose="020B0503020000020004" pitchFamily="34" charset="-127"/>
              </a:defRPr>
            </a:lvl2pPr>
            <a:lvl3pPr marL="457200" indent="0">
              <a:buNone/>
              <a:defRPr lang="en-US" dirty="0">
                <a:latin typeface="Malgun Gothic" panose="020B0503020000020004" pitchFamily="34" charset="-127"/>
                <a:ea typeface="Malgun Gothic" panose="020B0503020000020004" pitchFamily="34" charset="-127"/>
              </a:defRPr>
            </a:lvl3pPr>
            <a:lvl4pPr marL="685800" indent="0">
              <a:buNone/>
              <a:defRPr lang="en-US" dirty="0">
                <a:latin typeface="Malgun Gothic" panose="020B0503020000020004" pitchFamily="34" charset="-127"/>
                <a:ea typeface="Malgun Gothic" panose="020B0503020000020004" pitchFamily="34" charset="-127"/>
              </a:defRPr>
            </a:lvl4pPr>
            <a:lvl5pPr marL="914400" indent="0">
              <a:buNone/>
              <a:defRPr lang="en-US" dirty="0">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4" name="직선 연결선(S) 3">
            <a:extLst>
              <a:ext uri="{FF2B5EF4-FFF2-40B4-BE49-F238E27FC236}">
                <a16:creationId xmlns:a16="http://schemas.microsoft.com/office/drawing/2014/main" id="{36A42A28-5C2F-9093-B5D9-C2651F290DFF}"/>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24376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그림 12가 있는 내용">
    <p:bg>
      <p:bgRef idx="1001">
        <a:schemeClr val="bg1"/>
      </p:bgRef>
    </p:bg>
    <p:spTree>
      <p:nvGrpSpPr>
        <p:cNvPr id="1" name=""/>
        <p:cNvGrpSpPr/>
        <p:nvPr/>
      </p:nvGrpSpPr>
      <p:grpSpPr>
        <a:xfrm>
          <a:off x="0" y="0"/>
          <a:ext cx="0" cy="0"/>
          <a:chOff x="0" y="0"/>
          <a:chExt cx="0" cy="0"/>
        </a:xfrm>
      </p:grpSpPr>
      <p:sp>
        <p:nvSpPr>
          <p:cNvPr id="3" name="제목 1">
            <a:extLst>
              <a:ext uri="{FF2B5EF4-FFF2-40B4-BE49-F238E27FC236}">
                <a16:creationId xmlns:a16="http://schemas.microsoft.com/office/drawing/2014/main" id="{41425E99-2E4D-268B-5E93-5F4B4D25A22A}"/>
              </a:ext>
            </a:extLst>
          </p:cNvPr>
          <p:cNvSpPr>
            <a:spLocks noGrp="1"/>
          </p:cNvSpPr>
          <p:nvPr>
            <p:ph type="title" hasCustomPrompt="1"/>
          </p:nvPr>
        </p:nvSpPr>
        <p:spPr>
          <a:xfrm>
            <a:off x="612646" y="3880757"/>
            <a:ext cx="3044954" cy="2245126"/>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2025년 8월 18일</a:t>
            </a:r>
            <a:endParaRPr lang="en-US" dirty="0"/>
          </a:p>
        </p:txBody>
      </p:sp>
      <p:sp>
        <p:nvSpPr>
          <p:cNvPr id="9" name="그림 개체 틀 10">
            <a:extLst>
              <a:ext uri="{FF2B5EF4-FFF2-40B4-BE49-F238E27FC236}">
                <a16:creationId xmlns:a16="http://schemas.microsoft.com/office/drawing/2014/main" id="{9FDEF7EB-1801-E3D3-0EB3-A17D6AD2341A}"/>
              </a:ext>
            </a:extLst>
          </p:cNvPr>
          <p:cNvSpPr>
            <a:spLocks noGrp="1"/>
          </p:cNvSpPr>
          <p:nvPr>
            <p:ph type="pic" sz="quarter" idx="14" hasCustomPrompt="1"/>
          </p:nvPr>
        </p:nvSpPr>
        <p:spPr>
          <a:xfrm>
            <a:off x="612645" y="0"/>
            <a:ext cx="11579353" cy="3443331"/>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10" name="내용 개체 틀 7">
            <a:extLst>
              <a:ext uri="{FF2B5EF4-FFF2-40B4-BE49-F238E27FC236}">
                <a16:creationId xmlns:a16="http://schemas.microsoft.com/office/drawing/2014/main" id="{81C221A2-8407-5746-E87B-3CEAD025CD3F}"/>
              </a:ext>
            </a:extLst>
          </p:cNvPr>
          <p:cNvSpPr>
            <a:spLocks noGrp="1"/>
          </p:cNvSpPr>
          <p:nvPr>
            <p:ph sz="quarter" idx="15" hasCustomPrompt="1"/>
          </p:nvPr>
        </p:nvSpPr>
        <p:spPr>
          <a:xfrm>
            <a:off x="4122370" y="3880757"/>
            <a:ext cx="7460029" cy="2443843"/>
          </a:xfrm>
          <a:prstGeom prst="rect">
            <a:avLst/>
          </a:prstGeom>
        </p:spPr>
        <p:txBody>
          <a:bodyPr vert="horz" lIns="91440" tIns="45720" rIns="91440" bIns="45720" rtlCol="0">
            <a:normAutofit/>
          </a:bodyPr>
          <a:lstStyle>
            <a:lvl1pPr marL="0" indent="0">
              <a:buNone/>
              <a:defRPr lang="en-US" dirty="0">
                <a:latin typeface="Malgun Gothic" panose="020B0503020000020004" pitchFamily="34" charset="-127"/>
                <a:ea typeface="Malgun Gothic" panose="020B0503020000020004" pitchFamily="34" charset="-127"/>
              </a:defRPr>
            </a:lvl1pPr>
            <a:lvl2pPr marL="228600" indent="0">
              <a:buNone/>
              <a:defRPr lang="en-US" dirty="0">
                <a:latin typeface="Malgun Gothic" panose="020B0503020000020004" pitchFamily="34" charset="-127"/>
                <a:ea typeface="Malgun Gothic" panose="020B0503020000020004" pitchFamily="34" charset="-127"/>
              </a:defRPr>
            </a:lvl2pPr>
            <a:lvl3pPr marL="457200" indent="0">
              <a:buNone/>
              <a:defRPr lang="en-US" dirty="0">
                <a:latin typeface="Malgun Gothic" panose="020B0503020000020004" pitchFamily="34" charset="-127"/>
                <a:ea typeface="Malgun Gothic" panose="020B0503020000020004" pitchFamily="34" charset="-127"/>
              </a:defRPr>
            </a:lvl3pPr>
            <a:lvl4pPr marL="685800" indent="0">
              <a:buNone/>
              <a:defRPr lang="en-US" dirty="0">
                <a:latin typeface="Malgun Gothic" panose="020B0503020000020004" pitchFamily="34" charset="-127"/>
                <a:ea typeface="Malgun Gothic" panose="020B0503020000020004" pitchFamily="34" charset="-127"/>
              </a:defRPr>
            </a:lvl4pPr>
            <a:lvl5pPr marL="914400" indent="0">
              <a:buNone/>
              <a:defRPr lang="en-US" dirty="0">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4" name="직선 연결선(S) 3">
            <a:extLst>
              <a:ext uri="{FF2B5EF4-FFF2-40B4-BE49-F238E27FC236}">
                <a16:creationId xmlns:a16="http://schemas.microsoft.com/office/drawing/2014/main" id="{AE7E7B67-A585-C4C0-BD50-861ED489B13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57672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그림 13이 있는 내용">
    <p:bg>
      <p:bgRef idx="1001">
        <a:schemeClr val="bg1"/>
      </p:bgRef>
    </p:bg>
    <p:spTree>
      <p:nvGrpSpPr>
        <p:cNvPr id="1" name=""/>
        <p:cNvGrpSpPr/>
        <p:nvPr/>
      </p:nvGrpSpPr>
      <p:grpSpPr>
        <a:xfrm>
          <a:off x="0" y="0"/>
          <a:ext cx="0" cy="0"/>
          <a:chOff x="0" y="0"/>
          <a:chExt cx="0" cy="0"/>
        </a:xfrm>
      </p:grpSpPr>
      <p:sp>
        <p:nvSpPr>
          <p:cNvPr id="12" name="제목 1">
            <a:extLst>
              <a:ext uri="{FF2B5EF4-FFF2-40B4-BE49-F238E27FC236}">
                <a16:creationId xmlns:a16="http://schemas.microsoft.com/office/drawing/2014/main" id="{C737DE76-E217-D796-38E2-BE156016BD58}"/>
              </a:ext>
            </a:extLst>
          </p:cNvPr>
          <p:cNvSpPr>
            <a:spLocks noGrp="1"/>
          </p:cNvSpPr>
          <p:nvPr>
            <p:ph type="title" hasCustomPrompt="1"/>
          </p:nvPr>
        </p:nvSpPr>
        <p:spPr>
          <a:xfrm>
            <a:off x="598328" y="634999"/>
            <a:ext cx="3021868" cy="1773540"/>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sp>
        <p:nvSpPr>
          <p:cNvPr id="10" name="내용 개체 틀 7">
            <a:extLst>
              <a:ext uri="{FF2B5EF4-FFF2-40B4-BE49-F238E27FC236}">
                <a16:creationId xmlns:a16="http://schemas.microsoft.com/office/drawing/2014/main" id="{38AE8B48-2473-88AA-21D0-3F9273AC0BDE}"/>
              </a:ext>
            </a:extLst>
          </p:cNvPr>
          <p:cNvSpPr>
            <a:spLocks noGrp="1"/>
          </p:cNvSpPr>
          <p:nvPr>
            <p:ph sz="quarter" idx="16" hasCustomPrompt="1"/>
          </p:nvPr>
        </p:nvSpPr>
        <p:spPr>
          <a:xfrm>
            <a:off x="4122370" y="634999"/>
            <a:ext cx="7460029" cy="2330455"/>
          </a:xfrm>
          <a:prstGeom prst="rect">
            <a:avLst/>
          </a:prstGeom>
        </p:spPr>
        <p:txBody>
          <a:bodyPr vert="horz" lIns="91440" tIns="45720" rIns="91440" bIns="45720" rtlCol="0">
            <a:normAutofit/>
          </a:bodyPr>
          <a:lstStyle>
            <a:lvl1pPr marL="0" indent="0">
              <a:buNone/>
              <a:defRPr lang="en-US" dirty="0">
                <a:latin typeface="Malgun Gothic" panose="020B0503020000020004" pitchFamily="34" charset="-127"/>
                <a:ea typeface="Malgun Gothic" panose="020B0503020000020004" pitchFamily="34" charset="-127"/>
              </a:defRPr>
            </a:lvl1pPr>
            <a:lvl2pPr marL="228600" indent="0">
              <a:buNone/>
              <a:defRPr lang="en-US" dirty="0">
                <a:latin typeface="Malgun Gothic" panose="020B0503020000020004" pitchFamily="34" charset="-127"/>
                <a:ea typeface="Malgun Gothic" panose="020B0503020000020004" pitchFamily="34" charset="-127"/>
              </a:defRPr>
            </a:lvl2pPr>
            <a:lvl3pPr marL="457200" indent="0">
              <a:buNone/>
              <a:defRPr lang="en-US" dirty="0">
                <a:latin typeface="Malgun Gothic" panose="020B0503020000020004" pitchFamily="34" charset="-127"/>
                <a:ea typeface="Malgun Gothic" panose="020B0503020000020004" pitchFamily="34" charset="-127"/>
              </a:defRPr>
            </a:lvl3pPr>
            <a:lvl4pPr marL="685800" indent="0">
              <a:buNone/>
              <a:defRPr lang="en-US" dirty="0">
                <a:latin typeface="Malgun Gothic" panose="020B0503020000020004" pitchFamily="34" charset="-127"/>
                <a:ea typeface="Malgun Gothic" panose="020B0503020000020004" pitchFamily="34" charset="-127"/>
              </a:defRPr>
            </a:lvl4pPr>
            <a:lvl5pPr marL="914400" indent="0">
              <a:buNone/>
              <a:defRPr lang="en-US" dirty="0">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p>
        </p:txBody>
      </p:sp>
      <p:sp>
        <p:nvSpPr>
          <p:cNvPr id="9" name="그림 개체 틀 3">
            <a:extLst>
              <a:ext uri="{FF2B5EF4-FFF2-40B4-BE49-F238E27FC236}">
                <a16:creationId xmlns:a16="http://schemas.microsoft.com/office/drawing/2014/main" id="{9CF2FA52-EFAF-6671-1458-CF597D619DA6}"/>
              </a:ext>
            </a:extLst>
          </p:cNvPr>
          <p:cNvSpPr>
            <a:spLocks noGrp="1"/>
          </p:cNvSpPr>
          <p:nvPr>
            <p:ph type="pic" sz="quarter" idx="15" hasCustomPrompt="1"/>
          </p:nvPr>
        </p:nvSpPr>
        <p:spPr>
          <a:xfrm>
            <a:off x="597745" y="3636524"/>
            <a:ext cx="11594254"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4" name="직선 연결선(S) 3">
            <a:extLst>
              <a:ext uri="{FF2B5EF4-FFF2-40B4-BE49-F238E27FC236}">
                <a16:creationId xmlns:a16="http://schemas.microsoft.com/office/drawing/2014/main" id="{B4F2A9F8-8F3B-3616-48B8-F8DA72A7134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97018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그림 14가 있는 내용">
    <p:bg>
      <p:bgRef idx="1001">
        <a:schemeClr val="bg1"/>
      </p:bgRef>
    </p:bg>
    <p:spTree>
      <p:nvGrpSpPr>
        <p:cNvPr id="1" name=""/>
        <p:cNvGrpSpPr/>
        <p:nvPr/>
      </p:nvGrpSpPr>
      <p:grpSpPr>
        <a:xfrm>
          <a:off x="0" y="0"/>
          <a:ext cx="0" cy="0"/>
          <a:chOff x="0" y="0"/>
          <a:chExt cx="0" cy="0"/>
        </a:xfrm>
      </p:grpSpPr>
      <p:cxnSp>
        <p:nvCxnSpPr>
          <p:cNvPr id="3" name="직선 연결선(S) 2">
            <a:extLst>
              <a:ext uri="{FF2B5EF4-FFF2-40B4-BE49-F238E27FC236}">
                <a16:creationId xmlns:a16="http://schemas.microsoft.com/office/drawing/2014/main" id="{4056BFCD-3259-DDE7-5625-EE56190B8F62}"/>
              </a:ext>
            </a:extLst>
          </p:cNvPr>
          <p:cNvCxnSpPr>
            <a:cxnSpLocks/>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제목 1">
            <a:extLst>
              <a:ext uri="{FF2B5EF4-FFF2-40B4-BE49-F238E27FC236}">
                <a16:creationId xmlns:a16="http://schemas.microsoft.com/office/drawing/2014/main" id="{43FCD0E4-9CD1-93F8-08DF-3BFC834A3E76}"/>
              </a:ext>
            </a:extLst>
          </p:cNvPr>
          <p:cNvSpPr>
            <a:spLocks noGrp="1"/>
          </p:cNvSpPr>
          <p:nvPr>
            <p:ph type="title" hasCustomPrompt="1"/>
          </p:nvPr>
        </p:nvSpPr>
        <p:spPr>
          <a:xfrm>
            <a:off x="612647" y="638736"/>
            <a:ext cx="10969753" cy="932688"/>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2073146" y="2231455"/>
            <a:ext cx="4564377" cy="429768"/>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538191" y="5260876"/>
            <a:ext cx="1494468" cy="429768"/>
          </a:xfrm>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a:xfrm>
            <a:off x="-5842" y="6492874"/>
            <a:ext cx="429207" cy="365125"/>
          </a:xfrm>
        </p:spPr>
        <p:txBody>
          <a:bodyPr rtlCol="0"/>
          <a:lstStyle/>
          <a:p>
            <a:pPr rtl="0"/>
            <a:fld id="{CC057153-B650-4DEB-B370-79DDCFDCE934}" type="slidenum">
              <a:rPr lang="en-US" smtClean="0"/>
              <a:t>‹#›</a:t>
            </a:fld>
            <a:endParaRPr lang="en-US" dirty="0"/>
          </a:p>
        </p:txBody>
      </p:sp>
      <p:cxnSp>
        <p:nvCxnSpPr>
          <p:cNvPr id="9" name="직선 연결선(S) 8">
            <a:extLst>
              <a:ext uri="{FF2B5EF4-FFF2-40B4-BE49-F238E27FC236}">
                <a16:creationId xmlns:a16="http://schemas.microsoft.com/office/drawing/2014/main" id="{2C378E9B-0BD2-F103-F591-68E71F4480E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내용 개체 틀 7">
            <a:extLst>
              <a:ext uri="{FF2B5EF4-FFF2-40B4-BE49-F238E27FC236}">
                <a16:creationId xmlns:a16="http://schemas.microsoft.com/office/drawing/2014/main" id="{A94BBE19-E3B2-673A-37AB-2329CE36DA87}"/>
              </a:ext>
            </a:extLst>
          </p:cNvPr>
          <p:cNvSpPr>
            <a:spLocks noGrp="1"/>
          </p:cNvSpPr>
          <p:nvPr>
            <p:ph sz="quarter" idx="14" hasCustomPrompt="1"/>
          </p:nvPr>
        </p:nvSpPr>
        <p:spPr>
          <a:xfrm>
            <a:off x="612648" y="1713653"/>
            <a:ext cx="4485564" cy="4692340"/>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2" name="그림 개체 틀 11">
            <a:extLst>
              <a:ext uri="{FF2B5EF4-FFF2-40B4-BE49-F238E27FC236}">
                <a16:creationId xmlns:a16="http://schemas.microsoft.com/office/drawing/2014/main" id="{19D386B7-EEFC-D00F-7761-B261459996D2}"/>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rmAutofit/>
          </a:bodyPr>
          <a:lstStyle>
            <a:lvl1pPr>
              <a:defRPr lang="en-US" dirty="0">
                <a:latin typeface="Malgun Gothic" panose="020B0503020000020004" pitchFamily="34" charset="-127"/>
                <a:ea typeface="Malgun Gothic" panose="020B0503020000020004" pitchFamily="34" charset="-127"/>
              </a:defRPr>
            </a:lvl1pPr>
          </a:lstStyle>
          <a:p>
            <a:pPr marL="0" lvl="0" indent="0" rtl="0">
              <a:buNone/>
            </a:pPr>
            <a:r>
              <a:rPr lang="ko"/>
              <a:t> </a:t>
            </a:r>
          </a:p>
        </p:txBody>
      </p:sp>
    </p:spTree>
    <p:extLst>
      <p:ext uri="{BB962C8B-B14F-4D97-AF65-F5344CB8AC3E}">
        <p14:creationId xmlns:p14="http://schemas.microsoft.com/office/powerpoint/2010/main" val="182287401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그림 15가 있는 내용">
    <p:bg>
      <p:bgRef idx="1001">
        <a:schemeClr val="bg1"/>
      </p:bgRef>
    </p:bg>
    <p:spTree>
      <p:nvGrpSpPr>
        <p:cNvPr id="1" name=""/>
        <p:cNvGrpSpPr/>
        <p:nvPr/>
      </p:nvGrpSpPr>
      <p:grpSpPr>
        <a:xfrm>
          <a:off x="0" y="0"/>
          <a:ext cx="0" cy="0"/>
          <a:chOff x="0" y="0"/>
          <a:chExt cx="0" cy="0"/>
        </a:xfrm>
      </p:grpSpPr>
      <p:cxnSp>
        <p:nvCxnSpPr>
          <p:cNvPr id="4" name="직선 연결선(S) 3">
            <a:extLst>
              <a:ext uri="{FF2B5EF4-FFF2-40B4-BE49-F238E27FC236}">
                <a16:creationId xmlns:a16="http://schemas.microsoft.com/office/drawing/2014/main" id="{E4F82DAF-8C88-BCF8-3DCD-BA0110CC6BB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제목 1">
            <a:extLst>
              <a:ext uri="{FF2B5EF4-FFF2-40B4-BE49-F238E27FC236}">
                <a16:creationId xmlns:a16="http://schemas.microsoft.com/office/drawing/2014/main" id="{9AA955E6-9DAE-AA3C-BB38-0AC671A4095A}"/>
              </a:ext>
            </a:extLst>
          </p:cNvPr>
          <p:cNvSpPr>
            <a:spLocks noGrp="1"/>
          </p:cNvSpPr>
          <p:nvPr>
            <p:ph type="title" hasCustomPrompt="1"/>
          </p:nvPr>
        </p:nvSpPr>
        <p:spPr>
          <a:xfrm>
            <a:off x="612647" y="634999"/>
            <a:ext cx="10969753" cy="932688"/>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3" name="직선 연결선(S) 2">
            <a:extLst>
              <a:ext uri="{FF2B5EF4-FFF2-40B4-BE49-F238E27FC236}">
                <a16:creationId xmlns:a16="http://schemas.microsoft.com/office/drawing/2014/main" id="{271A0C8E-B9F0-C8A0-7A87-A97B78C1C482}"/>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내용 개체 틀 7">
            <a:extLst>
              <a:ext uri="{FF2B5EF4-FFF2-40B4-BE49-F238E27FC236}">
                <a16:creationId xmlns:a16="http://schemas.microsoft.com/office/drawing/2014/main" id="{4025B090-9FA9-0FC5-EA6A-9BA0F54A4064}"/>
              </a:ext>
            </a:extLst>
          </p:cNvPr>
          <p:cNvSpPr>
            <a:spLocks noGrp="1"/>
          </p:cNvSpPr>
          <p:nvPr>
            <p:ph sz="quarter" idx="14" hasCustomPrompt="1"/>
          </p:nvPr>
        </p:nvSpPr>
        <p:spPr>
          <a:xfrm>
            <a:off x="612647" y="1912398"/>
            <a:ext cx="4637269" cy="4225054"/>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5" name="그림 개체 틀 5">
            <a:extLst>
              <a:ext uri="{FF2B5EF4-FFF2-40B4-BE49-F238E27FC236}">
                <a16:creationId xmlns:a16="http://schemas.microsoft.com/office/drawing/2014/main" id="{7DCDC1A0-A2FE-AF32-199F-D7E415F47574}"/>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rmAutofit/>
          </a:bodyPr>
          <a:lstStyle>
            <a:lvl1pPr>
              <a:defRPr lang="en-US" dirty="0">
                <a:latin typeface="Malgun Gothic" panose="020B0503020000020004" pitchFamily="34" charset="-127"/>
                <a:ea typeface="Malgun Gothic" panose="020B0503020000020004" pitchFamily="34" charset="-127"/>
              </a:defRPr>
            </a:lvl1pPr>
          </a:lstStyle>
          <a:p>
            <a:pPr marL="0" lvl="0" indent="0" rtl="0">
              <a:buNone/>
            </a:pPr>
            <a:r>
              <a:rPr lang="ko"/>
              <a:t> </a:t>
            </a:r>
          </a:p>
        </p:txBody>
      </p:sp>
    </p:spTree>
    <p:extLst>
      <p:ext uri="{BB962C8B-B14F-4D97-AF65-F5344CB8AC3E}">
        <p14:creationId xmlns:p14="http://schemas.microsoft.com/office/powerpoint/2010/main" val="2599807933"/>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그림 16이 있는 내용">
    <p:bg>
      <p:bgRef idx="1001">
        <a:schemeClr val="bg1"/>
      </p:bgRef>
    </p:bg>
    <p:spTree>
      <p:nvGrpSpPr>
        <p:cNvPr id="1" name=""/>
        <p:cNvGrpSpPr/>
        <p:nvPr/>
      </p:nvGrpSpPr>
      <p:grpSpPr>
        <a:xfrm>
          <a:off x="0" y="0"/>
          <a:ext cx="0" cy="0"/>
          <a:chOff x="0" y="0"/>
          <a:chExt cx="0" cy="0"/>
        </a:xfrm>
      </p:grpSpPr>
      <p:cxnSp>
        <p:nvCxnSpPr>
          <p:cNvPr id="3" name="직선 연결선(S) 2">
            <a:extLst>
              <a:ext uri="{FF2B5EF4-FFF2-40B4-BE49-F238E27FC236}">
                <a16:creationId xmlns:a16="http://schemas.microsoft.com/office/drawing/2014/main" id="{C29A9DDD-8FD5-2897-8DC9-1CEC88541C50}"/>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제목 1">
            <a:extLst>
              <a:ext uri="{FF2B5EF4-FFF2-40B4-BE49-F238E27FC236}">
                <a16:creationId xmlns:a16="http://schemas.microsoft.com/office/drawing/2014/main" id="{D3FF54FB-A206-6CBA-CEBE-32EE19C37BC1}"/>
              </a:ext>
            </a:extLst>
          </p:cNvPr>
          <p:cNvSpPr>
            <a:spLocks noGrp="1"/>
          </p:cNvSpPr>
          <p:nvPr>
            <p:ph type="title" hasCustomPrompt="1"/>
          </p:nvPr>
        </p:nvSpPr>
        <p:spPr>
          <a:xfrm>
            <a:off x="612647" y="634999"/>
            <a:ext cx="10969753" cy="932688"/>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9" name="직선 연결선(S) 8">
            <a:extLst>
              <a:ext uri="{FF2B5EF4-FFF2-40B4-BE49-F238E27FC236}">
                <a16:creationId xmlns:a16="http://schemas.microsoft.com/office/drawing/2014/main" id="{02BC9BBD-1994-9D19-11C8-FD27039C6338}"/>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그림 개체 틀 11">
            <a:extLst>
              <a:ext uri="{FF2B5EF4-FFF2-40B4-BE49-F238E27FC236}">
                <a16:creationId xmlns:a16="http://schemas.microsoft.com/office/drawing/2014/main" id="{FF925AEE-0C06-4F24-B6E3-73484A4008DC}"/>
              </a:ext>
            </a:extLst>
          </p:cNvPr>
          <p:cNvSpPr>
            <a:spLocks noGrp="1"/>
          </p:cNvSpPr>
          <p:nvPr>
            <p:ph type="pic" sz="quarter" idx="13" hasCustomPrompt="1"/>
          </p:nvPr>
        </p:nvSpPr>
        <p:spPr>
          <a:xfrm>
            <a:off x="609601" y="1713653"/>
            <a:ext cx="5860862"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rmAutofit/>
          </a:bodyPr>
          <a:lstStyle>
            <a:lvl1pPr>
              <a:defRPr lang="en-US" dirty="0">
                <a:latin typeface="Malgun Gothic" panose="020B0503020000020004" pitchFamily="34" charset="-127"/>
                <a:ea typeface="Malgun Gothic" panose="020B0503020000020004" pitchFamily="34" charset="-127"/>
              </a:defRPr>
            </a:lvl1pPr>
          </a:lstStyle>
          <a:p>
            <a:pPr marL="0" lvl="0" indent="0" rtl="0">
              <a:buNone/>
            </a:pPr>
            <a:r>
              <a:rPr lang="ko"/>
              <a:t> </a:t>
            </a:r>
          </a:p>
        </p:txBody>
      </p:sp>
      <p:sp>
        <p:nvSpPr>
          <p:cNvPr id="12" name="내용 개체 틀 7">
            <a:extLst>
              <a:ext uri="{FF2B5EF4-FFF2-40B4-BE49-F238E27FC236}">
                <a16:creationId xmlns:a16="http://schemas.microsoft.com/office/drawing/2014/main" id="{422BCA1B-3481-37CE-708A-4CA6ACFAF7DA}"/>
              </a:ext>
            </a:extLst>
          </p:cNvPr>
          <p:cNvSpPr>
            <a:spLocks noGrp="1"/>
          </p:cNvSpPr>
          <p:nvPr>
            <p:ph sz="quarter" idx="14" hasCustomPrompt="1"/>
          </p:nvPr>
        </p:nvSpPr>
        <p:spPr>
          <a:xfrm>
            <a:off x="7103255" y="1704847"/>
            <a:ext cx="4479145" cy="4692340"/>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Tree>
    <p:extLst>
      <p:ext uri="{BB962C8B-B14F-4D97-AF65-F5344CB8AC3E}">
        <p14:creationId xmlns:p14="http://schemas.microsoft.com/office/powerpoint/2010/main" val="318975859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그림 17이 있는 내용">
    <p:bg>
      <p:bgRef idx="1001">
        <a:schemeClr val="bg1"/>
      </p:bgRef>
    </p:bg>
    <p:spTree>
      <p:nvGrpSpPr>
        <p:cNvPr id="1" name=""/>
        <p:cNvGrpSpPr/>
        <p:nvPr/>
      </p:nvGrpSpPr>
      <p:grpSpPr>
        <a:xfrm>
          <a:off x="0" y="0"/>
          <a:ext cx="0" cy="0"/>
          <a:chOff x="0" y="0"/>
          <a:chExt cx="0" cy="0"/>
        </a:xfrm>
      </p:grpSpPr>
      <p:sp>
        <p:nvSpPr>
          <p:cNvPr id="10" name="그림 개체 틀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609600" y="2173849"/>
            <a:ext cx="4675632" cy="4049141"/>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4" name="직선 연결선(S) 3">
            <a:extLst>
              <a:ext uri="{FF2B5EF4-FFF2-40B4-BE49-F238E27FC236}">
                <a16:creationId xmlns:a16="http://schemas.microsoft.com/office/drawing/2014/main" id="{DE681CC6-0816-FBB5-F117-CE232D15B0DE}"/>
              </a:ext>
            </a:extLst>
          </p:cNvPr>
          <p:cNvCxnSpPr>
            <a:cxnSpLocks/>
          </p:cNvCxnSpPr>
          <p:nvPr userDrawn="1"/>
        </p:nvCxnSpPr>
        <p:spPr>
          <a:xfrm>
            <a:off x="5454396" y="164150"/>
            <a:ext cx="67376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3" name="직선 연결선(S)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제목 1">
            <a:extLst>
              <a:ext uri="{FF2B5EF4-FFF2-40B4-BE49-F238E27FC236}">
                <a16:creationId xmlns:a16="http://schemas.microsoft.com/office/drawing/2014/main" id="{58B50728-3383-EC9A-417E-37D92F1A79C5}"/>
              </a:ext>
            </a:extLst>
          </p:cNvPr>
          <p:cNvSpPr>
            <a:spLocks noGrp="1"/>
          </p:cNvSpPr>
          <p:nvPr>
            <p:ph type="title" hasCustomPrompt="1"/>
          </p:nvPr>
        </p:nvSpPr>
        <p:spPr>
          <a:xfrm>
            <a:off x="612647" y="634999"/>
            <a:ext cx="4672584" cy="1269482"/>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2" name="내용 개체 틀 7">
            <a:extLst>
              <a:ext uri="{FF2B5EF4-FFF2-40B4-BE49-F238E27FC236}">
                <a16:creationId xmlns:a16="http://schemas.microsoft.com/office/drawing/2014/main" id="{A934C409-3B5B-B521-A990-18EF2CF0BCFC}"/>
              </a:ext>
            </a:extLst>
          </p:cNvPr>
          <p:cNvSpPr>
            <a:spLocks noGrp="1"/>
          </p:cNvSpPr>
          <p:nvPr>
            <p:ph sz="quarter" idx="14" hasCustomPrompt="1"/>
          </p:nvPr>
        </p:nvSpPr>
        <p:spPr>
          <a:xfrm>
            <a:off x="5905562" y="634999"/>
            <a:ext cx="5676838" cy="5587996"/>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2" name="직선 연결선(S) 1">
            <a:extLst>
              <a:ext uri="{FF2B5EF4-FFF2-40B4-BE49-F238E27FC236}">
                <a16:creationId xmlns:a16="http://schemas.microsoft.com/office/drawing/2014/main" id="{CFBAC7DD-4013-C579-09D4-3564365AACA7}"/>
              </a:ext>
            </a:extLst>
          </p:cNvPr>
          <p:cNvCxnSpPr>
            <a:cxnSpLocks/>
          </p:cNvCxnSpPr>
          <p:nvPr userDrawn="1"/>
        </p:nvCxnSpPr>
        <p:spPr>
          <a:xfrm>
            <a:off x="5454396"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043538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그림 18이 있는 내용">
    <p:bg>
      <p:bgRef idx="1001">
        <a:schemeClr val="bg1"/>
      </p:bgRef>
    </p:bg>
    <p:spTree>
      <p:nvGrpSpPr>
        <p:cNvPr id="1" name=""/>
        <p:cNvGrpSpPr/>
        <p:nvPr/>
      </p:nvGrpSpPr>
      <p:grpSpPr>
        <a:xfrm>
          <a:off x="0" y="0"/>
          <a:ext cx="0" cy="0"/>
          <a:chOff x="0" y="0"/>
          <a:chExt cx="0" cy="0"/>
        </a:xfrm>
      </p:grpSpPr>
      <p:cxnSp>
        <p:nvCxnSpPr>
          <p:cNvPr id="4" name="직선 연결선(S) 3">
            <a:extLst>
              <a:ext uri="{FF2B5EF4-FFF2-40B4-BE49-F238E27FC236}">
                <a16:creationId xmlns:a16="http://schemas.microsoft.com/office/drawing/2014/main" id="{DE681CC6-0816-FBB5-F117-CE232D15B0DE}"/>
              </a:ext>
            </a:extLst>
          </p:cNvPr>
          <p:cNvCxnSpPr>
            <a:cxnSpLocks/>
          </p:cNvCxnSpPr>
          <p:nvPr userDrawn="1"/>
        </p:nvCxnSpPr>
        <p:spPr>
          <a:xfrm>
            <a:off x="4501602" y="164150"/>
            <a:ext cx="76903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7A3D1319-A3E8-35B5-18BF-A7DAE36BE7FC}"/>
              </a:ext>
            </a:extLst>
          </p:cNvPr>
          <p:cNvSpPr>
            <a:spLocks noGrp="1"/>
          </p:cNvSpPr>
          <p:nvPr>
            <p:ph type="title" hasCustomPrompt="1"/>
          </p:nvPr>
        </p:nvSpPr>
        <p:spPr>
          <a:xfrm>
            <a:off x="612647" y="634999"/>
            <a:ext cx="3696859" cy="1316347"/>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3" name="직선 연결선(S)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그림 개체 틀 10">
            <a:extLst>
              <a:ext uri="{FF2B5EF4-FFF2-40B4-BE49-F238E27FC236}">
                <a16:creationId xmlns:a16="http://schemas.microsoft.com/office/drawing/2014/main" id="{402FC37C-195C-E78C-A1E2-030CF77CBA2A}"/>
              </a:ext>
            </a:extLst>
          </p:cNvPr>
          <p:cNvSpPr>
            <a:spLocks noGrp="1"/>
          </p:cNvSpPr>
          <p:nvPr>
            <p:ph type="pic" sz="quarter" idx="13" hasCustomPrompt="1"/>
          </p:nvPr>
        </p:nvSpPr>
        <p:spPr>
          <a:xfrm>
            <a:off x="612646" y="2295145"/>
            <a:ext cx="3696856" cy="3927488"/>
          </a:xfrm>
          <a:prstGeom prst="rect">
            <a:avLst/>
          </a:prstGeom>
          <a:blipFill dpi="0" rotWithShape="1">
            <a:blip r:embed="rId2">
              <a:alphaModFix amt="6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11" name="내용 개체 틀 7">
            <a:extLst>
              <a:ext uri="{FF2B5EF4-FFF2-40B4-BE49-F238E27FC236}">
                <a16:creationId xmlns:a16="http://schemas.microsoft.com/office/drawing/2014/main" id="{2959E347-BAB4-7F1F-65EB-C586FE97DE1E}"/>
              </a:ext>
            </a:extLst>
          </p:cNvPr>
          <p:cNvSpPr>
            <a:spLocks noGrp="1"/>
          </p:cNvSpPr>
          <p:nvPr>
            <p:ph sz="quarter" idx="14" hasCustomPrompt="1"/>
          </p:nvPr>
        </p:nvSpPr>
        <p:spPr>
          <a:xfrm>
            <a:off x="4933150" y="647724"/>
            <a:ext cx="6644488" cy="5562546"/>
          </a:xfrm>
          <a:prstGeom prst="rect">
            <a:avLst/>
          </a:prstGeo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9" name="직선 연결선(S) 8">
            <a:extLst>
              <a:ext uri="{FF2B5EF4-FFF2-40B4-BE49-F238E27FC236}">
                <a16:creationId xmlns:a16="http://schemas.microsoft.com/office/drawing/2014/main" id="{0C63D850-B761-4DEA-5C9B-DE6AC0E856D9}"/>
              </a:ext>
            </a:extLst>
          </p:cNvPr>
          <p:cNvCxnSpPr>
            <a:cxnSpLocks/>
          </p:cNvCxnSpPr>
          <p:nvPr userDrawn="1"/>
        </p:nvCxnSpPr>
        <p:spPr>
          <a:xfrm>
            <a:off x="450160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7067572"/>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표지">
    <p:bg>
      <p:bgPr>
        <a:solidFill>
          <a:schemeClr val="bg2"/>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AF3BB49-A328-F121-7F27-DEB7C3CC2B0F}"/>
              </a:ext>
            </a:extLst>
          </p:cNvPr>
          <p:cNvSpPr>
            <a:spLocks noGrp="1"/>
          </p:cNvSpPr>
          <p:nvPr>
            <p:ph type="title" hasCustomPrompt="1"/>
          </p:nvPr>
        </p:nvSpPr>
        <p:spPr>
          <a:xfrm>
            <a:off x="429208" y="634999"/>
            <a:ext cx="6159851" cy="5844227"/>
          </a:xfrm>
        </p:spPr>
        <p:txBody>
          <a:bodyPr rtlCol="0" anchor="b">
            <a:normAutofit/>
          </a:bodyPr>
          <a:lstStyle>
            <a:lvl1pPr>
              <a:defRPr sz="6000" b="0" i="0">
                <a:latin typeface="Malgun Gothic" panose="020B0503020000020004" pitchFamily="34" charset="-127"/>
                <a:ea typeface="Malgun Gothic" panose="020B0503020000020004" pitchFamily="34" charset="-127"/>
                <a:cs typeface="Noto Sans Kannada Thin" panose="020B0202040504020204" pitchFamily="34" charset="0"/>
              </a:defRPr>
            </a:lvl1pPr>
          </a:lstStyle>
          <a:p>
            <a:pPr rtl="0"/>
            <a:r>
              <a:rPr lang="ko"/>
              <a:t>마스터 제목 스타일 편집</a:t>
            </a:r>
            <a:endParaRPr lang="en-US" dirty="0"/>
          </a:p>
        </p:txBody>
      </p:sp>
      <p:sp>
        <p:nvSpPr>
          <p:cNvPr id="11" name="그림 개체 틀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65403" y="-1"/>
            <a:ext cx="5131677" cy="6222999"/>
          </a:xfrm>
          <a:prstGeom prst="rect">
            <a:avLst/>
          </a:prstGeom>
          <a:blipFill dpi="0" rotWithShape="1">
            <a:blip r:embed="rId2">
              <a:alphaModFix amt="60000"/>
            </a:blip>
            <a:srcRect/>
            <a:stretch>
              <a:fillRect l="-686" t="2" b="-4120"/>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4" name="직선 연결선(S) 3">
            <a:extLst>
              <a:ext uri="{FF2B5EF4-FFF2-40B4-BE49-F238E27FC236}">
                <a16:creationId xmlns:a16="http://schemas.microsoft.com/office/drawing/2014/main" id="{28FA8915-517E-32B2-6836-7A69DEF7C849}"/>
              </a:ext>
            </a:extLst>
          </p:cNvPr>
          <p:cNvCxnSpPr>
            <a:cxnSpLocks/>
          </p:cNvCxnSpPr>
          <p:nvPr userDrawn="1"/>
        </p:nvCxnSpPr>
        <p:spPr>
          <a:xfrm>
            <a:off x="706032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직선 연결선(S) 2">
            <a:extLst>
              <a:ext uri="{FF2B5EF4-FFF2-40B4-BE49-F238E27FC236}">
                <a16:creationId xmlns:a16="http://schemas.microsoft.com/office/drawing/2014/main" id="{F76B2467-9468-3DE8-CA1C-7B68F7ED9A67}"/>
              </a:ext>
            </a:extLst>
          </p:cNvPr>
          <p:cNvCxnSpPr>
            <a:cxnSpLocks/>
          </p:cNvCxnSpPr>
          <p:nvPr userDrawn="1"/>
        </p:nvCxnSpPr>
        <p:spPr>
          <a:xfrm>
            <a:off x="0" y="164150"/>
            <a:ext cx="70603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내용 개체 틀 7">
            <a:extLst>
              <a:ext uri="{FF2B5EF4-FFF2-40B4-BE49-F238E27FC236}">
                <a16:creationId xmlns:a16="http://schemas.microsoft.com/office/drawing/2014/main" id="{07755DB3-9272-8E5E-039F-AC14A2C07898}"/>
              </a:ext>
            </a:extLst>
          </p:cNvPr>
          <p:cNvSpPr>
            <a:spLocks noGrp="1"/>
          </p:cNvSpPr>
          <p:nvPr>
            <p:ph sz="quarter" idx="14" hasCustomPrompt="1"/>
          </p:nvPr>
        </p:nvSpPr>
        <p:spPr>
          <a:xfrm>
            <a:off x="7177414" y="6375748"/>
            <a:ext cx="4847572" cy="363255"/>
          </a:xfrm>
          <a:prstGeom prst="rect">
            <a:avLst/>
          </a:prstGeom>
        </p:spPr>
        <p:txBody>
          <a:bodyPr rtlCol="0" anchor="ctr">
            <a:normAutofit/>
          </a:bodyPr>
          <a:lstStyle>
            <a:lvl1pPr marL="0" indent="0">
              <a:buNone/>
              <a:defRPr sz="1400" b="0" i="0">
                <a:latin typeface="Malgun Gothic" panose="020B0503020000020004" pitchFamily="34" charset="-127"/>
                <a:ea typeface="Malgun Gothic" panose="020B0503020000020004" pitchFamily="34" charset="-127"/>
              </a:defRPr>
            </a:lvl1pPr>
            <a:lvl2pPr>
              <a:defRPr sz="1600" b="0" i="0">
                <a:latin typeface="Univers Light" panose="020B0403020202020204" pitchFamily="34" charset="0"/>
              </a:defRPr>
            </a:lvl2pPr>
            <a:lvl3pPr>
              <a:defRPr sz="1600" b="0" i="0">
                <a:latin typeface="Univers Light" panose="020B0403020202020204" pitchFamily="34" charset="0"/>
              </a:defRPr>
            </a:lvl3pPr>
            <a:lvl4pPr>
              <a:defRPr sz="1600" b="0" i="0">
                <a:latin typeface="Univers Light" panose="020B0403020202020204" pitchFamily="34" charset="0"/>
              </a:defRPr>
            </a:lvl4pPr>
            <a:lvl5pPr>
              <a:defRPr sz="1600" b="0" i="0">
                <a:latin typeface="Univers Light" panose="020B0403020202020204" pitchFamily="34" charset="0"/>
              </a:defRPr>
            </a:lvl5pPr>
          </a:lstStyle>
          <a:p>
            <a:pPr lvl="0" rtl="0"/>
            <a:r>
              <a:rPr lang="ko"/>
              <a:t>마스터 텍스트 스타일을 편집하려면 클릭하세요.</a:t>
            </a:r>
          </a:p>
        </p:txBody>
      </p:sp>
    </p:spTree>
    <p:extLst>
      <p:ext uri="{BB962C8B-B14F-4D97-AF65-F5344CB8AC3E}">
        <p14:creationId xmlns:p14="http://schemas.microsoft.com/office/powerpoint/2010/main" val="42722991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큰 숫자">
    <p:bg>
      <p:bgPr>
        <a:solidFill>
          <a:schemeClr val="bg2">
            <a:lumMod val="90000"/>
          </a:schemeClr>
        </a:solidFill>
        <a:effectLst/>
      </p:bgPr>
    </p:bg>
    <p:spTree>
      <p:nvGrpSpPr>
        <p:cNvPr id="1" name=""/>
        <p:cNvGrpSpPr/>
        <p:nvPr/>
      </p:nvGrpSpPr>
      <p:grpSpPr>
        <a:xfrm>
          <a:off x="0" y="0"/>
          <a:ext cx="0" cy="0"/>
          <a:chOff x="0" y="0"/>
          <a:chExt cx="0" cy="0"/>
        </a:xfrm>
      </p:grpSpPr>
      <p:cxnSp>
        <p:nvCxnSpPr>
          <p:cNvPr id="6" name="직선 연결선(S) 5">
            <a:extLst>
              <a:ext uri="{FF2B5EF4-FFF2-40B4-BE49-F238E27FC236}">
                <a16:creationId xmlns:a16="http://schemas.microsoft.com/office/drawing/2014/main" id="{1113C676-72E3-B810-A6B9-DCE36B8778A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85C83582-5E0E-E3D3-3C94-4ACFD9A1C718}"/>
              </a:ext>
            </a:extLst>
          </p:cNvPr>
          <p:cNvSpPr>
            <a:spLocks noGrp="1"/>
          </p:cNvSpPr>
          <p:nvPr>
            <p:ph type="title" hasCustomPrompt="1"/>
          </p:nvPr>
        </p:nvSpPr>
        <p:spPr>
          <a:xfrm>
            <a:off x="634030" y="5109709"/>
            <a:ext cx="10369296" cy="1207008"/>
          </a:xfrm>
        </p:spPr>
        <p:txBody>
          <a:bodyPr rtlCol="0">
            <a:normAutofit/>
          </a:bodyPr>
          <a:lstStyle>
            <a:lvl1pPr>
              <a:defRPr sz="2400" cap="none" baseline="0">
                <a:latin typeface="Malgun Gothic" panose="020B0503020000020004" pitchFamily="34" charset="-127"/>
                <a:ea typeface="Malgun Gothic" panose="020B0503020000020004" pitchFamily="34" charset="-127"/>
              </a:defRPr>
            </a:lvl1pPr>
          </a:lstStyle>
          <a:p>
            <a:pPr rtl="0"/>
            <a:r>
              <a:rPr lang="ko"/>
              <a:t>마스터 제목 스타일 편집</a:t>
            </a:r>
          </a:p>
        </p:txBody>
      </p:sp>
      <p:sp>
        <p:nvSpPr>
          <p:cNvPr id="4" name="바닥글 개체 틀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9" name="직선 연결선(S) 8">
            <a:extLst>
              <a:ext uri="{FF2B5EF4-FFF2-40B4-BE49-F238E27FC236}">
                <a16:creationId xmlns:a16="http://schemas.microsoft.com/office/drawing/2014/main" id="{B088E26B-9247-68F3-E9B8-157E22E9714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내용 개체 틀 11">
            <a:extLst>
              <a:ext uri="{FF2B5EF4-FFF2-40B4-BE49-F238E27FC236}">
                <a16:creationId xmlns:a16="http://schemas.microsoft.com/office/drawing/2014/main" id="{EADDD523-89BD-4FD5-9443-E7DD58338829}"/>
              </a:ext>
            </a:extLst>
          </p:cNvPr>
          <p:cNvSpPr>
            <a:spLocks noGrp="1"/>
          </p:cNvSpPr>
          <p:nvPr>
            <p:ph sz="quarter" idx="14" hasCustomPrompt="1"/>
          </p:nvPr>
        </p:nvSpPr>
        <p:spPr>
          <a:xfrm>
            <a:off x="634030" y="1374953"/>
            <a:ext cx="11128248" cy="3447288"/>
          </a:xfrm>
        </p:spPr>
        <p:txBody>
          <a:bodyPr rtlCol="0">
            <a:normAutofit/>
          </a:bodyPr>
          <a:lstStyle>
            <a:lvl1pPr marL="0" indent="0">
              <a:lnSpc>
                <a:spcPct val="90000"/>
              </a:lnSpc>
              <a:buNone/>
              <a:defRPr sz="30000">
                <a:latin typeface="Malgun Gothic" panose="020B0503020000020004" pitchFamily="34" charset="-127"/>
                <a:ea typeface="Malgun Gothic" panose="020B0503020000020004" pitchFamily="34" charset="-127"/>
              </a:defRPr>
            </a:lvl1pPr>
          </a:lstStyle>
          <a:p>
            <a:pPr lvl="0" rtl="0"/>
            <a:r>
              <a:rPr lang="ko"/>
              <a:t>##%</a:t>
            </a:r>
          </a:p>
        </p:txBody>
      </p:sp>
    </p:spTree>
    <p:extLst>
      <p:ext uri="{BB962C8B-B14F-4D97-AF65-F5344CB8AC3E}">
        <p14:creationId xmlns:p14="http://schemas.microsoft.com/office/powerpoint/2010/main" val="11423298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큰 숫자 2">
    <p:bg>
      <p:bgPr>
        <a:solidFill>
          <a:schemeClr val="bg1"/>
        </a:solidFill>
        <a:effectLst/>
      </p:bgPr>
    </p:bg>
    <p:spTree>
      <p:nvGrpSpPr>
        <p:cNvPr id="1" name=""/>
        <p:cNvGrpSpPr/>
        <p:nvPr/>
      </p:nvGrpSpPr>
      <p:grpSpPr>
        <a:xfrm>
          <a:off x="0" y="0"/>
          <a:ext cx="0" cy="0"/>
          <a:chOff x="0" y="0"/>
          <a:chExt cx="0" cy="0"/>
        </a:xfrm>
      </p:grpSpPr>
      <p:cxnSp>
        <p:nvCxnSpPr>
          <p:cNvPr id="8" name="직선 연결선(S) 7">
            <a:extLst>
              <a:ext uri="{FF2B5EF4-FFF2-40B4-BE49-F238E27FC236}">
                <a16:creationId xmlns:a16="http://schemas.microsoft.com/office/drawing/2014/main" id="{3AF240C4-9480-994E-0BD5-BF7BE95F9F7B}"/>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제목 9">
            <a:extLst>
              <a:ext uri="{FF2B5EF4-FFF2-40B4-BE49-F238E27FC236}">
                <a16:creationId xmlns:a16="http://schemas.microsoft.com/office/drawing/2014/main" id="{B4A34DBE-5B8B-D933-E010-32D592317E81}"/>
              </a:ext>
            </a:extLst>
          </p:cNvPr>
          <p:cNvSpPr>
            <a:spLocks noGrp="1"/>
          </p:cNvSpPr>
          <p:nvPr>
            <p:ph type="title" hasCustomPrompt="1"/>
          </p:nvPr>
        </p:nvSpPr>
        <p:spPr>
          <a:xfrm>
            <a:off x="634030" y="5380383"/>
            <a:ext cx="6773934" cy="936333"/>
          </a:xfrm>
        </p:spPr>
        <p:txBody>
          <a:bodyPr rtlCol="0" anchor="b">
            <a:normAutofit/>
          </a:bodyPr>
          <a:lstStyle>
            <a:lvl1pPr>
              <a:defRPr sz="2400" cap="none" baseline="0">
                <a:latin typeface="Malgun Gothic" panose="020B0503020000020004" pitchFamily="34" charset="-127"/>
                <a:ea typeface="Malgun Gothic" panose="020B0503020000020004" pitchFamily="34" charset="-127"/>
              </a:defRPr>
            </a:lvl1pPr>
          </a:lstStyle>
          <a:p>
            <a:pPr rtl="0"/>
            <a:r>
              <a:rPr lang="ko"/>
              <a:t>마스터 제목 스타일 편집</a:t>
            </a:r>
          </a:p>
        </p:txBody>
      </p:sp>
      <p:sp>
        <p:nvSpPr>
          <p:cNvPr id="4" name="바닥글 개체 틀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6" name="직선 연결선(S) 5">
            <a:extLst>
              <a:ext uri="{FF2B5EF4-FFF2-40B4-BE49-F238E27FC236}">
                <a16:creationId xmlns:a16="http://schemas.microsoft.com/office/drawing/2014/main" id="{63547AA0-CA68-609A-06D4-5F771838B5D3}"/>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내용 개체 틀 11">
            <a:extLst>
              <a:ext uri="{FF2B5EF4-FFF2-40B4-BE49-F238E27FC236}">
                <a16:creationId xmlns:a16="http://schemas.microsoft.com/office/drawing/2014/main" id="{A2C14DB2-31D1-2A77-5862-79EC80A884B1}"/>
              </a:ext>
            </a:extLst>
          </p:cNvPr>
          <p:cNvSpPr>
            <a:spLocks noGrp="1"/>
          </p:cNvSpPr>
          <p:nvPr>
            <p:ph sz="quarter" idx="14" hasCustomPrompt="1"/>
          </p:nvPr>
        </p:nvSpPr>
        <p:spPr>
          <a:xfrm>
            <a:off x="634030" y="1374952"/>
            <a:ext cx="10367347" cy="3833147"/>
          </a:xfrm>
        </p:spPr>
        <p:txBody>
          <a:bodyPr rtlCol="0">
            <a:normAutofit/>
          </a:bodyPr>
          <a:lstStyle>
            <a:lvl1pPr marL="0" indent="0">
              <a:lnSpc>
                <a:spcPct val="90000"/>
              </a:lnSpc>
              <a:buNone/>
              <a:defRPr sz="30000">
                <a:latin typeface="Malgun Gothic" panose="020B0503020000020004" pitchFamily="34" charset="-127"/>
                <a:ea typeface="Malgun Gothic" panose="020B0503020000020004" pitchFamily="34" charset="-127"/>
              </a:defRPr>
            </a:lvl1pPr>
          </a:lstStyle>
          <a:p>
            <a:pPr lvl="0" rtl="0"/>
            <a:r>
              <a:rPr lang="ko"/>
              <a:t>##%</a:t>
            </a:r>
          </a:p>
        </p:txBody>
      </p:sp>
    </p:spTree>
    <p:extLst>
      <p:ext uri="{BB962C8B-B14F-4D97-AF65-F5344CB8AC3E}">
        <p14:creationId xmlns:p14="http://schemas.microsoft.com/office/powerpoint/2010/main" val="37957481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큰 숫자 3">
    <p:bg>
      <p:bgPr>
        <a:solidFill>
          <a:schemeClr val="bg2"/>
        </a:solidFill>
        <a:effectLst/>
      </p:bgPr>
    </p:bg>
    <p:spTree>
      <p:nvGrpSpPr>
        <p:cNvPr id="1" name=""/>
        <p:cNvGrpSpPr/>
        <p:nvPr/>
      </p:nvGrpSpPr>
      <p:grpSpPr>
        <a:xfrm>
          <a:off x="0" y="0"/>
          <a:ext cx="0" cy="0"/>
          <a:chOff x="0" y="0"/>
          <a:chExt cx="0" cy="0"/>
        </a:xfrm>
      </p:grpSpPr>
      <p:cxnSp>
        <p:nvCxnSpPr>
          <p:cNvPr id="6" name="직선 연결선(S) 5">
            <a:extLst>
              <a:ext uri="{FF2B5EF4-FFF2-40B4-BE49-F238E27FC236}">
                <a16:creationId xmlns:a16="http://schemas.microsoft.com/office/drawing/2014/main" id="{2B8C624E-4F6C-E890-10DF-FE279DA2597D}"/>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960774BD-35B4-BDFD-98B2-123D58FC6550}"/>
              </a:ext>
            </a:extLst>
          </p:cNvPr>
          <p:cNvSpPr>
            <a:spLocks noGrp="1"/>
          </p:cNvSpPr>
          <p:nvPr>
            <p:ph type="title" hasCustomPrompt="1"/>
          </p:nvPr>
        </p:nvSpPr>
        <p:spPr>
          <a:xfrm>
            <a:off x="634030" y="5109709"/>
            <a:ext cx="10367340" cy="1207008"/>
          </a:xfrm>
        </p:spPr>
        <p:txBody>
          <a:bodyPr rtlCol="0">
            <a:normAutofit/>
          </a:bodyPr>
          <a:lstStyle>
            <a:lvl1pPr>
              <a:defRPr sz="2400" cap="none" baseline="0">
                <a:latin typeface="Malgun Gothic" panose="020B0503020000020004" pitchFamily="34" charset="-127"/>
                <a:ea typeface="Malgun Gothic" panose="020B0503020000020004" pitchFamily="34" charset="-127"/>
              </a:defRPr>
            </a:lvl1pPr>
          </a:lstStyle>
          <a:p>
            <a:pPr rtl="0"/>
            <a:r>
              <a:rPr lang="ko"/>
              <a:t>마스터 제목 스타일 편집</a:t>
            </a:r>
          </a:p>
        </p:txBody>
      </p:sp>
      <p:sp>
        <p:nvSpPr>
          <p:cNvPr id="4" name="바닥글 개체 틀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9" name="직선 연결선(S) 8">
            <a:extLst>
              <a:ext uri="{FF2B5EF4-FFF2-40B4-BE49-F238E27FC236}">
                <a16:creationId xmlns:a16="http://schemas.microsoft.com/office/drawing/2014/main" id="{5FD9BA66-49B9-422C-E28F-BA9E9DB64697}"/>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내용 개체 틀 11">
            <a:extLst>
              <a:ext uri="{FF2B5EF4-FFF2-40B4-BE49-F238E27FC236}">
                <a16:creationId xmlns:a16="http://schemas.microsoft.com/office/drawing/2014/main" id="{856E9D3E-CEAC-9B88-5B32-F19B49057302}"/>
              </a:ext>
            </a:extLst>
          </p:cNvPr>
          <p:cNvSpPr>
            <a:spLocks noGrp="1"/>
          </p:cNvSpPr>
          <p:nvPr>
            <p:ph sz="quarter" idx="14" hasCustomPrompt="1"/>
          </p:nvPr>
        </p:nvSpPr>
        <p:spPr>
          <a:xfrm>
            <a:off x="634030" y="1340489"/>
            <a:ext cx="10369296" cy="3392424"/>
          </a:xfrm>
        </p:spPr>
        <p:txBody>
          <a:bodyPr rtlCol="0">
            <a:normAutofit/>
          </a:bodyPr>
          <a:lstStyle>
            <a:lvl1pPr marL="0" indent="0">
              <a:lnSpc>
                <a:spcPct val="90000"/>
              </a:lnSpc>
              <a:buNone/>
              <a:defRPr sz="30000">
                <a:latin typeface="Malgun Gothic" panose="020B0503020000020004" pitchFamily="34" charset="-127"/>
                <a:ea typeface="Malgun Gothic" panose="020B0503020000020004" pitchFamily="34" charset="-127"/>
              </a:defRPr>
            </a:lvl1pPr>
          </a:lstStyle>
          <a:p>
            <a:pPr lvl="0" rtl="0"/>
            <a:r>
              <a:rPr lang="ko"/>
              <a:t>##%</a:t>
            </a:r>
          </a:p>
        </p:txBody>
      </p:sp>
    </p:spTree>
    <p:extLst>
      <p:ext uri="{BB962C8B-B14F-4D97-AF65-F5344CB8AC3E}">
        <p14:creationId xmlns:p14="http://schemas.microsoft.com/office/powerpoint/2010/main" val="366715682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명세서">
    <p:bg>
      <p:bgPr>
        <a:solidFill>
          <a:schemeClr val="bg2"/>
        </a:solidFill>
        <a:effectLst/>
      </p:bgPr>
    </p:bg>
    <p:spTree>
      <p:nvGrpSpPr>
        <p:cNvPr id="1" name=""/>
        <p:cNvGrpSpPr/>
        <p:nvPr/>
      </p:nvGrpSpPr>
      <p:grpSpPr>
        <a:xfrm>
          <a:off x="0" y="0"/>
          <a:ext cx="0" cy="0"/>
          <a:chOff x="0" y="0"/>
          <a:chExt cx="0" cy="0"/>
        </a:xfrm>
      </p:grpSpPr>
      <p:cxnSp>
        <p:nvCxnSpPr>
          <p:cNvPr id="51" name="직선 연결선(S) 50">
            <a:extLst>
              <a:ext uri="{FF2B5EF4-FFF2-40B4-BE49-F238E27FC236}">
                <a16:creationId xmlns:a16="http://schemas.microsoft.com/office/drawing/2014/main" id="{0D627006-2F17-8195-85F1-6A04C935CD0A}"/>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A7221EB5-8556-FBD7-00D5-D69AC8E7E73A}"/>
              </a:ext>
            </a:extLst>
          </p:cNvPr>
          <p:cNvSpPr>
            <a:spLocks noGrp="1"/>
          </p:cNvSpPr>
          <p:nvPr>
            <p:ph type="title" hasCustomPrompt="1"/>
          </p:nvPr>
        </p:nvSpPr>
        <p:spPr>
          <a:xfrm>
            <a:off x="609600" y="-1186864"/>
            <a:ext cx="10652760" cy="1050725"/>
          </a:xfrm>
        </p:spPr>
        <p:txBody>
          <a:bodyPr rtlCol="0">
            <a:normAutofit/>
          </a:bodyPr>
          <a:lstStyle>
            <a:lvl1pPr>
              <a:defRPr cap="none" baseline="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4" name="바닥글 개체 틀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a:t>‹#›</a:t>
            </a:fld>
            <a:endParaRPr lang="en-US" dirty="0"/>
          </a:p>
        </p:txBody>
      </p:sp>
      <p:cxnSp>
        <p:nvCxnSpPr>
          <p:cNvPr id="6" name="직선 연결선(S) 5">
            <a:extLst>
              <a:ext uri="{FF2B5EF4-FFF2-40B4-BE49-F238E27FC236}">
                <a16:creationId xmlns:a16="http://schemas.microsoft.com/office/drawing/2014/main" id="{C6DC5F9A-93BE-3155-B9FF-4F2B904E7ED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내용 개체 틀 6">
            <a:extLst>
              <a:ext uri="{FF2B5EF4-FFF2-40B4-BE49-F238E27FC236}">
                <a16:creationId xmlns:a16="http://schemas.microsoft.com/office/drawing/2014/main" id="{EB9CB9C1-FB48-2C3D-F797-DF062B37A94B}"/>
              </a:ext>
            </a:extLst>
          </p:cNvPr>
          <p:cNvSpPr>
            <a:spLocks noGrp="1"/>
          </p:cNvSpPr>
          <p:nvPr>
            <p:ph sz="quarter" idx="13" hasCustomPrompt="1"/>
          </p:nvPr>
        </p:nvSpPr>
        <p:spPr>
          <a:xfrm>
            <a:off x="609600" y="634999"/>
            <a:ext cx="10972800" cy="5669280"/>
          </a:xfrm>
          <a:prstGeom prst="rect">
            <a:avLst/>
          </a:prstGeom>
        </p:spPr>
        <p:txBody>
          <a:bodyPr rtlCol="0" anchor="t">
            <a:normAutofit/>
          </a:bodyPr>
          <a:lstStyle>
            <a:lvl1pPr marL="0" indent="0">
              <a:lnSpc>
                <a:spcPct val="90000"/>
              </a:lnSpc>
              <a:buNone/>
              <a:defRPr sz="6000" b="0" cap="all" baseline="0">
                <a:latin typeface="Malgun Gothic" panose="020B0503020000020004" pitchFamily="34" charset="-127"/>
                <a:ea typeface="Malgun Gothic" panose="020B0503020000020004" pitchFamily="34" charset="-127"/>
              </a:defRPr>
            </a:lvl1pPr>
            <a:lvl2pPr marL="228600" indent="0">
              <a:lnSpc>
                <a:spcPct val="90000"/>
              </a:lnSpc>
              <a:buNone/>
              <a:defRPr sz="6000" b="0" cap="all" baseline="0">
                <a:latin typeface="Malgun Gothic" panose="020B0503020000020004" pitchFamily="34" charset="-127"/>
                <a:ea typeface="Malgun Gothic" panose="020B0503020000020004" pitchFamily="34" charset="-127"/>
              </a:defRPr>
            </a:lvl2pPr>
            <a:lvl3pPr marL="457200" indent="0">
              <a:lnSpc>
                <a:spcPct val="90000"/>
              </a:lnSpc>
              <a:buNone/>
              <a:defRPr sz="6000" b="0" cap="all" baseline="0">
                <a:latin typeface="Malgun Gothic" panose="020B0503020000020004" pitchFamily="34" charset="-127"/>
                <a:ea typeface="Malgun Gothic" panose="020B0503020000020004" pitchFamily="34" charset="-127"/>
              </a:defRPr>
            </a:lvl3pPr>
            <a:lvl4pPr marL="685800" indent="0">
              <a:lnSpc>
                <a:spcPct val="90000"/>
              </a:lnSpc>
              <a:buNone/>
              <a:defRPr sz="6000" b="0" cap="all" baseline="0">
                <a:latin typeface="Malgun Gothic" panose="020B0503020000020004" pitchFamily="34" charset="-127"/>
                <a:ea typeface="Malgun Gothic" panose="020B0503020000020004" pitchFamily="34" charset="-127"/>
              </a:defRPr>
            </a:lvl4pPr>
            <a:lvl5pPr marL="914400" indent="0">
              <a:lnSpc>
                <a:spcPct val="90000"/>
              </a:lnSpc>
              <a:buNone/>
              <a:defRPr sz="6000" b="0" cap="all" baseline="0">
                <a:latin typeface="Malgun Gothic" panose="020B0503020000020004" pitchFamily="34" charset="-127"/>
                <a:ea typeface="Malgun Gothic" panose="020B0503020000020004" pitchFamily="34" charset="-127"/>
              </a:defRPr>
            </a:lvl5pPr>
          </a:lstStyle>
          <a:p>
            <a:pPr lvl="0" rtl="0"/>
            <a:r>
              <a:rPr lang="ko"/>
              <a:t>클릭하여 문 추가</a:t>
            </a:r>
          </a:p>
          <a:p>
            <a:pPr lvl="1" rtl="0"/>
            <a:r>
              <a:rPr lang="ko"/>
              <a:t>둘째 수준</a:t>
            </a:r>
          </a:p>
          <a:p>
            <a:pPr lvl="2" rtl="0"/>
            <a:r>
              <a:rPr lang="ko"/>
              <a:t>셋째 수준</a:t>
            </a:r>
          </a:p>
          <a:p>
            <a:pPr lvl="3" rtl="0"/>
            <a:r>
              <a:rPr lang="ko"/>
              <a:t>넷째 수준</a:t>
            </a:r>
          </a:p>
          <a:p>
            <a:pPr lvl="4" rtl="0"/>
            <a:r>
              <a:rPr lang="ko"/>
              <a:t>다섯째 수준</a:t>
            </a:r>
          </a:p>
        </p:txBody>
      </p:sp>
    </p:spTree>
    <p:extLst>
      <p:ext uri="{BB962C8B-B14F-4D97-AF65-F5344CB8AC3E}">
        <p14:creationId xmlns:p14="http://schemas.microsoft.com/office/powerpoint/2010/main" val="5734600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문 3">
    <p:bg>
      <p:bgPr>
        <a:solidFill>
          <a:schemeClr val="bg2">
            <a:lumMod val="90000"/>
          </a:schemeClr>
        </a:solidFill>
        <a:effectLst/>
      </p:bgPr>
    </p:bg>
    <p:spTree>
      <p:nvGrpSpPr>
        <p:cNvPr id="1" name=""/>
        <p:cNvGrpSpPr/>
        <p:nvPr/>
      </p:nvGrpSpPr>
      <p:grpSpPr>
        <a:xfrm>
          <a:off x="0" y="0"/>
          <a:ext cx="0" cy="0"/>
          <a:chOff x="0" y="0"/>
          <a:chExt cx="0" cy="0"/>
        </a:xfrm>
      </p:grpSpPr>
      <p:cxnSp>
        <p:nvCxnSpPr>
          <p:cNvPr id="8" name="직선 연결선(S)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133856"/>
            <a:ext cx="10652760" cy="815201"/>
          </a:xfrm>
        </p:spPr>
        <p:txBody>
          <a:bodyPr rtlCol="0">
            <a:normAutofit/>
          </a:bodyPr>
          <a:lstStyle>
            <a:lvl1pPr>
              <a:defRPr cap="none" baseline="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4" name="바닥글 개체 틀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a:t>‹#›</a:t>
            </a:fld>
            <a:endParaRPr lang="en-US" dirty="0"/>
          </a:p>
        </p:txBody>
      </p:sp>
      <p:cxnSp>
        <p:nvCxnSpPr>
          <p:cNvPr id="6" name="직선 연결선(S)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내용 개체 틀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5"/>
            <a:ext cx="10972800" cy="5553985"/>
          </a:xfrm>
          <a:prstGeom prst="rect">
            <a:avLst/>
          </a:prstGeom>
        </p:spPr>
        <p:txBody>
          <a:bodyPr rtlCol="0" anchor="b">
            <a:normAutofit/>
          </a:bodyPr>
          <a:lstStyle>
            <a:lvl1pPr marL="0" indent="0">
              <a:lnSpc>
                <a:spcPct val="90000"/>
              </a:lnSpc>
              <a:buNone/>
              <a:defRPr sz="6000" b="0" cap="all" baseline="0">
                <a:latin typeface="Malgun Gothic" panose="020B0503020000020004" pitchFamily="34" charset="-127"/>
                <a:ea typeface="Malgun Gothic" panose="020B0503020000020004" pitchFamily="34" charset="-127"/>
              </a:defRPr>
            </a:lvl1pPr>
            <a:lvl2pPr marL="228600" indent="0">
              <a:lnSpc>
                <a:spcPct val="90000"/>
              </a:lnSpc>
              <a:buNone/>
              <a:defRPr sz="6000" b="0" cap="all" baseline="0">
                <a:latin typeface="Malgun Gothic" panose="020B0503020000020004" pitchFamily="34" charset="-127"/>
                <a:ea typeface="Malgun Gothic" panose="020B0503020000020004" pitchFamily="34" charset="-127"/>
              </a:defRPr>
            </a:lvl2pPr>
            <a:lvl3pPr marL="457200" indent="0">
              <a:lnSpc>
                <a:spcPct val="90000"/>
              </a:lnSpc>
              <a:buNone/>
              <a:defRPr sz="6000" b="0" cap="all" baseline="0">
                <a:latin typeface="Malgun Gothic" panose="020B0503020000020004" pitchFamily="34" charset="-127"/>
                <a:ea typeface="Malgun Gothic" panose="020B0503020000020004" pitchFamily="34" charset="-127"/>
              </a:defRPr>
            </a:lvl3pPr>
            <a:lvl4pPr marL="685800" indent="0">
              <a:lnSpc>
                <a:spcPct val="90000"/>
              </a:lnSpc>
              <a:buNone/>
              <a:defRPr sz="6000" b="0" cap="all" baseline="0">
                <a:latin typeface="Malgun Gothic" panose="020B0503020000020004" pitchFamily="34" charset="-127"/>
                <a:ea typeface="Malgun Gothic" panose="020B0503020000020004" pitchFamily="34" charset="-127"/>
              </a:defRPr>
            </a:lvl4pPr>
            <a:lvl5pPr marL="914400" indent="0">
              <a:lnSpc>
                <a:spcPct val="90000"/>
              </a:lnSpc>
              <a:buNone/>
              <a:defRPr sz="6000" b="0" cap="all" baseline="0">
                <a:latin typeface="Malgun Gothic" panose="020B0503020000020004" pitchFamily="34" charset="-127"/>
                <a:ea typeface="Malgun Gothic" panose="020B0503020000020004" pitchFamily="34" charset="-127"/>
              </a:defRPr>
            </a:lvl5pPr>
          </a:lstStyle>
          <a:p>
            <a:pPr lvl="0" rtl="0"/>
            <a:r>
              <a:rPr lang="ko"/>
              <a:t>클릭하여 문 추가</a:t>
            </a:r>
          </a:p>
          <a:p>
            <a:pPr lvl="1" rtl="0"/>
            <a:r>
              <a:rPr lang="ko"/>
              <a:t>둘째 수준</a:t>
            </a:r>
          </a:p>
          <a:p>
            <a:pPr lvl="2" rtl="0"/>
            <a:r>
              <a:rPr lang="ko"/>
              <a:t>셋째 수준</a:t>
            </a:r>
          </a:p>
          <a:p>
            <a:pPr lvl="3" rtl="0"/>
            <a:r>
              <a:rPr lang="ko"/>
              <a:t>넷째 수준</a:t>
            </a:r>
          </a:p>
          <a:p>
            <a:pPr lvl="4" rtl="0"/>
            <a:r>
              <a:rPr lang="ko"/>
              <a:t>다섯째 수준</a:t>
            </a:r>
          </a:p>
        </p:txBody>
      </p:sp>
    </p:spTree>
    <p:extLst>
      <p:ext uri="{BB962C8B-B14F-4D97-AF65-F5344CB8AC3E}">
        <p14:creationId xmlns:p14="http://schemas.microsoft.com/office/powerpoint/2010/main" val="18367650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문 4">
    <p:spTree>
      <p:nvGrpSpPr>
        <p:cNvPr id="1" name=""/>
        <p:cNvGrpSpPr/>
        <p:nvPr/>
      </p:nvGrpSpPr>
      <p:grpSpPr>
        <a:xfrm>
          <a:off x="0" y="0"/>
          <a:ext cx="0" cy="0"/>
          <a:chOff x="0" y="0"/>
          <a:chExt cx="0" cy="0"/>
        </a:xfrm>
      </p:grpSpPr>
      <p:cxnSp>
        <p:nvCxnSpPr>
          <p:cNvPr id="8" name="직선 연결선(S)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133856"/>
            <a:ext cx="10652760" cy="815201"/>
          </a:xfrm>
        </p:spPr>
        <p:txBody>
          <a:bodyPr rtlCol="0">
            <a:normAutofit/>
          </a:bodyPr>
          <a:lstStyle>
            <a:lvl1pPr>
              <a:defRPr cap="none" baseline="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4" name="바닥글 개체 틀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a:t>‹#›</a:t>
            </a:fld>
            <a:endParaRPr lang="en-US" dirty="0"/>
          </a:p>
        </p:txBody>
      </p:sp>
      <p:cxnSp>
        <p:nvCxnSpPr>
          <p:cNvPr id="6" name="직선 연결선(S)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내용 개체 틀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52007"/>
            <a:ext cx="10972800" cy="5553985"/>
          </a:xfrm>
          <a:prstGeom prst="rect">
            <a:avLst/>
          </a:prstGeom>
        </p:spPr>
        <p:txBody>
          <a:bodyPr rtlCol="0" anchor="b">
            <a:normAutofit/>
          </a:bodyPr>
          <a:lstStyle>
            <a:lvl1pPr marL="0" indent="0">
              <a:lnSpc>
                <a:spcPct val="90000"/>
              </a:lnSpc>
              <a:buNone/>
              <a:defRPr sz="6000" b="0" cap="all" baseline="0">
                <a:solidFill>
                  <a:schemeClr val="accent1">
                    <a:lumMod val="25000"/>
                  </a:schemeClr>
                </a:solidFill>
                <a:latin typeface="Malgun Gothic" panose="020B0503020000020004" pitchFamily="34" charset="-127"/>
                <a:ea typeface="Malgun Gothic" panose="020B0503020000020004" pitchFamily="34" charset="-127"/>
              </a:defRPr>
            </a:lvl1pPr>
            <a:lvl2pPr marL="228600" indent="0">
              <a:lnSpc>
                <a:spcPct val="90000"/>
              </a:lnSpc>
              <a:buNone/>
              <a:defRPr sz="6000" b="0" cap="all" baseline="0">
                <a:solidFill>
                  <a:schemeClr val="accent1">
                    <a:lumMod val="25000"/>
                  </a:schemeClr>
                </a:solidFill>
                <a:latin typeface="Malgun Gothic" panose="020B0503020000020004" pitchFamily="34" charset="-127"/>
                <a:ea typeface="Malgun Gothic" panose="020B0503020000020004" pitchFamily="34" charset="-127"/>
              </a:defRPr>
            </a:lvl2pPr>
            <a:lvl3pPr marL="457200" indent="0">
              <a:lnSpc>
                <a:spcPct val="90000"/>
              </a:lnSpc>
              <a:buNone/>
              <a:defRPr sz="6000" b="0" cap="all" baseline="0">
                <a:solidFill>
                  <a:schemeClr val="accent1">
                    <a:lumMod val="25000"/>
                  </a:schemeClr>
                </a:solidFill>
                <a:latin typeface="Malgun Gothic" panose="020B0503020000020004" pitchFamily="34" charset="-127"/>
                <a:ea typeface="Malgun Gothic" panose="020B0503020000020004" pitchFamily="34" charset="-127"/>
              </a:defRPr>
            </a:lvl3pPr>
            <a:lvl4pPr marL="685800" indent="0">
              <a:lnSpc>
                <a:spcPct val="90000"/>
              </a:lnSpc>
              <a:buNone/>
              <a:defRPr sz="6000" b="0" cap="all" baseline="0">
                <a:solidFill>
                  <a:schemeClr val="accent1">
                    <a:lumMod val="25000"/>
                  </a:schemeClr>
                </a:solidFill>
                <a:latin typeface="Malgun Gothic" panose="020B0503020000020004" pitchFamily="34" charset="-127"/>
                <a:ea typeface="Malgun Gothic" panose="020B0503020000020004" pitchFamily="34" charset="-127"/>
              </a:defRPr>
            </a:lvl4pPr>
            <a:lvl5pPr marL="914400" indent="0">
              <a:lnSpc>
                <a:spcPct val="90000"/>
              </a:lnSpc>
              <a:buNone/>
              <a:defRPr sz="6000" b="0" cap="all" baseline="0">
                <a:solidFill>
                  <a:schemeClr val="accent1">
                    <a:lumMod val="25000"/>
                  </a:schemeClr>
                </a:solidFill>
                <a:latin typeface="Malgun Gothic" panose="020B0503020000020004" pitchFamily="34" charset="-127"/>
                <a:ea typeface="Malgun Gothic" panose="020B0503020000020004" pitchFamily="34" charset="-127"/>
              </a:defRPr>
            </a:lvl5pPr>
          </a:lstStyle>
          <a:p>
            <a:pPr lvl="0" rtl="0"/>
            <a:r>
              <a:rPr lang="ko"/>
              <a:t>클릭하여 문 추가</a:t>
            </a:r>
          </a:p>
          <a:p>
            <a:pPr lvl="1" rtl="0"/>
            <a:r>
              <a:rPr lang="ko"/>
              <a:t>둘째 수준</a:t>
            </a:r>
          </a:p>
          <a:p>
            <a:pPr lvl="2" rtl="0"/>
            <a:r>
              <a:rPr lang="ko"/>
              <a:t>셋째 수준</a:t>
            </a:r>
          </a:p>
          <a:p>
            <a:pPr lvl="3" rtl="0"/>
            <a:r>
              <a:rPr lang="ko"/>
              <a:t>넷째 수준</a:t>
            </a:r>
          </a:p>
          <a:p>
            <a:pPr lvl="4" rtl="0"/>
            <a:r>
              <a:rPr lang="ko"/>
              <a:t>다섯째 수준</a:t>
            </a:r>
          </a:p>
        </p:txBody>
      </p:sp>
    </p:spTree>
    <p:extLst>
      <p:ext uri="{BB962C8B-B14F-4D97-AF65-F5344CB8AC3E}">
        <p14:creationId xmlns:p14="http://schemas.microsoft.com/office/powerpoint/2010/main" val="40132494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문 5">
    <p:bg>
      <p:bgPr>
        <a:solidFill>
          <a:schemeClr val="tx2"/>
        </a:solidFill>
        <a:effectLst/>
      </p:bgPr>
    </p:bg>
    <p:spTree>
      <p:nvGrpSpPr>
        <p:cNvPr id="1" name=""/>
        <p:cNvGrpSpPr/>
        <p:nvPr/>
      </p:nvGrpSpPr>
      <p:grpSpPr>
        <a:xfrm>
          <a:off x="0" y="0"/>
          <a:ext cx="0" cy="0"/>
          <a:chOff x="0" y="0"/>
          <a:chExt cx="0" cy="0"/>
        </a:xfrm>
      </p:grpSpPr>
      <p:cxnSp>
        <p:nvCxnSpPr>
          <p:cNvPr id="8" name="직선 연결선(S) 7">
            <a:extLst>
              <a:ext uri="{FF2B5EF4-FFF2-40B4-BE49-F238E27FC236}">
                <a16:creationId xmlns:a16="http://schemas.microsoft.com/office/drawing/2014/main" id="{3F5B07A5-D0B6-BEDF-13F7-7E32618B6773}"/>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133856"/>
            <a:ext cx="10652760" cy="815201"/>
          </a:xfrm>
        </p:spPr>
        <p:txBody>
          <a:bodyPr rtlCol="0">
            <a:normAutofit/>
          </a:bodyPr>
          <a:lstStyle>
            <a:lvl1pPr>
              <a:defRPr cap="none" baseline="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4" name="바닥글 개체 틀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normAutofit/>
          </a:bodyPr>
          <a:lstStyle>
            <a:lvl1pPr>
              <a:defRPr>
                <a:solidFill>
                  <a:schemeClr val="bg1"/>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bg1"/>
                </a:solidFill>
              </a:defRPr>
            </a:lvl1pPr>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CC057153-B650-4DEB-B370-79DDCFDCE934}" type="slidenum">
              <a:rPr lang="en-US" smtClean="0"/>
              <a:pPr/>
              <a:t>‹#›</a:t>
            </a:fld>
            <a:endParaRPr lang="en-US" dirty="0"/>
          </a:p>
        </p:txBody>
      </p:sp>
      <p:cxnSp>
        <p:nvCxnSpPr>
          <p:cNvPr id="6" name="직선 연결선(S) 5">
            <a:extLst>
              <a:ext uri="{FF2B5EF4-FFF2-40B4-BE49-F238E27FC236}">
                <a16:creationId xmlns:a16="http://schemas.microsoft.com/office/drawing/2014/main" id="{3E71C1F5-4C28-1974-E5FE-84A75C2718B0}"/>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내용 개체 틀 6">
            <a:extLst>
              <a:ext uri="{FF2B5EF4-FFF2-40B4-BE49-F238E27FC236}">
                <a16:creationId xmlns:a16="http://schemas.microsoft.com/office/drawing/2014/main" id="{FC1D2216-37D0-19A5-7EA9-4FE22F1CDD08}"/>
              </a:ext>
            </a:extLst>
          </p:cNvPr>
          <p:cNvSpPr>
            <a:spLocks noGrp="1"/>
          </p:cNvSpPr>
          <p:nvPr>
            <p:ph sz="quarter" idx="13" hasCustomPrompt="1"/>
          </p:nvPr>
        </p:nvSpPr>
        <p:spPr>
          <a:xfrm>
            <a:off x="612648" y="669011"/>
            <a:ext cx="10972800" cy="5553985"/>
          </a:xfrm>
          <a:prstGeom prst="rect">
            <a:avLst/>
          </a:prstGeom>
        </p:spPr>
        <p:txBody>
          <a:bodyPr rtlCol="0" anchor="b">
            <a:normAutofit/>
          </a:bodyPr>
          <a:lstStyle>
            <a:lvl1pPr marL="0" indent="0">
              <a:lnSpc>
                <a:spcPct val="90000"/>
              </a:lnSpc>
              <a:buNone/>
              <a:defRPr sz="6000" b="1" cap="all" baseline="0">
                <a:solidFill>
                  <a:schemeClr val="bg1"/>
                </a:solidFill>
                <a:latin typeface="Malgun Gothic" panose="020B0503020000020004" pitchFamily="34" charset="-127"/>
                <a:ea typeface="Malgun Gothic" panose="020B0503020000020004" pitchFamily="34" charset="-127"/>
              </a:defRPr>
            </a:lvl1pPr>
            <a:lvl2pPr marL="228600" indent="0">
              <a:lnSpc>
                <a:spcPct val="90000"/>
              </a:lnSpc>
              <a:buNone/>
              <a:defRPr sz="6000" b="1" cap="all" baseline="0">
                <a:solidFill>
                  <a:schemeClr val="bg1"/>
                </a:solidFill>
                <a:latin typeface="Malgun Gothic" panose="020B0503020000020004" pitchFamily="34" charset="-127"/>
                <a:ea typeface="Malgun Gothic" panose="020B0503020000020004" pitchFamily="34" charset="-127"/>
              </a:defRPr>
            </a:lvl2pPr>
            <a:lvl3pPr marL="457200" indent="0">
              <a:lnSpc>
                <a:spcPct val="90000"/>
              </a:lnSpc>
              <a:buNone/>
              <a:defRPr sz="6000" b="1" cap="all" baseline="0">
                <a:solidFill>
                  <a:schemeClr val="bg1"/>
                </a:solidFill>
                <a:latin typeface="Malgun Gothic" panose="020B0503020000020004" pitchFamily="34" charset="-127"/>
                <a:ea typeface="Malgun Gothic" panose="020B0503020000020004" pitchFamily="34" charset="-127"/>
              </a:defRPr>
            </a:lvl3pPr>
            <a:lvl4pPr marL="685800" indent="0">
              <a:lnSpc>
                <a:spcPct val="90000"/>
              </a:lnSpc>
              <a:buNone/>
              <a:defRPr sz="6000" b="1" cap="all" baseline="0">
                <a:solidFill>
                  <a:schemeClr val="bg1"/>
                </a:solidFill>
                <a:latin typeface="Malgun Gothic" panose="020B0503020000020004" pitchFamily="34" charset="-127"/>
                <a:ea typeface="Malgun Gothic" panose="020B0503020000020004" pitchFamily="34" charset="-127"/>
              </a:defRPr>
            </a:lvl4pPr>
            <a:lvl5pPr marL="914400" indent="0">
              <a:lnSpc>
                <a:spcPct val="90000"/>
              </a:lnSpc>
              <a:buNone/>
              <a:defRPr sz="6000" b="1" cap="all" baseline="0">
                <a:solidFill>
                  <a:schemeClr val="bg1"/>
                </a:solidFill>
                <a:latin typeface="Malgun Gothic" panose="020B0503020000020004" pitchFamily="34" charset="-127"/>
                <a:ea typeface="Malgun Gothic" panose="020B0503020000020004" pitchFamily="34" charset="-127"/>
              </a:defRPr>
            </a:lvl5pPr>
          </a:lstStyle>
          <a:p>
            <a:pPr lvl="0" rtl="0"/>
            <a:r>
              <a:rPr lang="ko"/>
              <a:t>클릭하여 문 추가</a:t>
            </a:r>
          </a:p>
          <a:p>
            <a:pPr lvl="1" rtl="0"/>
            <a:r>
              <a:rPr lang="ko"/>
              <a:t>둘째 수준</a:t>
            </a:r>
          </a:p>
          <a:p>
            <a:pPr lvl="2" rtl="0"/>
            <a:r>
              <a:rPr lang="ko"/>
              <a:t>셋째 수준</a:t>
            </a:r>
          </a:p>
          <a:p>
            <a:pPr lvl="3" rtl="0"/>
            <a:r>
              <a:rPr lang="ko"/>
              <a:t>넷째 수준</a:t>
            </a:r>
          </a:p>
          <a:p>
            <a:pPr lvl="4" rtl="0"/>
            <a:r>
              <a:rPr lang="ko"/>
              <a:t>다섯째 수준</a:t>
            </a:r>
          </a:p>
        </p:txBody>
      </p:sp>
    </p:spTree>
    <p:extLst>
      <p:ext uri="{BB962C8B-B14F-4D97-AF65-F5344CB8AC3E}">
        <p14:creationId xmlns:p14="http://schemas.microsoft.com/office/powerpoint/2010/main" val="14910641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인용문">
    <p:spTree>
      <p:nvGrpSpPr>
        <p:cNvPr id="1" name=""/>
        <p:cNvGrpSpPr/>
        <p:nvPr/>
      </p:nvGrpSpPr>
      <p:grpSpPr>
        <a:xfrm>
          <a:off x="0" y="0"/>
          <a:ext cx="0" cy="0"/>
          <a:chOff x="0" y="0"/>
          <a:chExt cx="0" cy="0"/>
        </a:xfrm>
      </p:grpSpPr>
      <p:cxnSp>
        <p:nvCxnSpPr>
          <p:cNvPr id="8" name="직선 연결선(S) 7">
            <a:extLst>
              <a:ext uri="{FF2B5EF4-FFF2-40B4-BE49-F238E27FC236}">
                <a16:creationId xmlns:a16="http://schemas.microsoft.com/office/drawing/2014/main" id="{8C518A1F-ACCA-80D1-B725-434280AEC75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제목 1">
            <a:extLst>
              <a:ext uri="{FF2B5EF4-FFF2-40B4-BE49-F238E27FC236}">
                <a16:creationId xmlns:a16="http://schemas.microsoft.com/office/drawing/2014/main" id="{43A49BD5-2A20-6D4F-BDE5-9C60FF133D72}"/>
              </a:ext>
            </a:extLst>
          </p:cNvPr>
          <p:cNvSpPr>
            <a:spLocks noGrp="1"/>
          </p:cNvSpPr>
          <p:nvPr>
            <p:ph type="title" hasCustomPrompt="1"/>
          </p:nvPr>
        </p:nvSpPr>
        <p:spPr>
          <a:xfrm>
            <a:off x="628953" y="5578741"/>
            <a:ext cx="10069527" cy="640080"/>
          </a:xfrm>
        </p:spPr>
        <p:txBody>
          <a:bodyPr rtlCol="0" anchor="b">
            <a:normAutofit/>
          </a:bodyPr>
          <a:lstStyle>
            <a:lvl1pPr>
              <a:lnSpc>
                <a:spcPct val="120000"/>
              </a:lnSpc>
              <a:defRPr sz="1600" cap="none" spc="0">
                <a:solidFill>
                  <a:schemeClr val="tx1"/>
                </a:solidFill>
                <a:latin typeface="Malgun Gothic" panose="020B0503020000020004" pitchFamily="34" charset="-127"/>
                <a:ea typeface="Malgun Gothic" panose="020B0503020000020004" pitchFamily="34" charset="-127"/>
              </a:defRPr>
            </a:lvl1pPr>
          </a:lstStyle>
          <a:p>
            <a:pPr rtl="0"/>
            <a:r>
              <a:rPr lang="ko"/>
              <a:t>인용문 작성자</a:t>
            </a:r>
          </a:p>
        </p:txBody>
      </p:sp>
      <p:sp>
        <p:nvSpPr>
          <p:cNvPr id="4" name="바닥글 개체 틀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6" name="직선 연결선(S) 5">
            <a:extLst>
              <a:ext uri="{FF2B5EF4-FFF2-40B4-BE49-F238E27FC236}">
                <a16:creationId xmlns:a16="http://schemas.microsoft.com/office/drawing/2014/main" id="{1EDBAF72-4C6A-14D9-5801-64F0FA350F7C}"/>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내용 개체 틀 6">
            <a:extLst>
              <a:ext uri="{FF2B5EF4-FFF2-40B4-BE49-F238E27FC236}">
                <a16:creationId xmlns:a16="http://schemas.microsoft.com/office/drawing/2014/main" id="{6CA0554C-4FF8-F224-177F-D44E2EA0BFBB}"/>
              </a:ext>
            </a:extLst>
          </p:cNvPr>
          <p:cNvSpPr>
            <a:spLocks noGrp="1"/>
          </p:cNvSpPr>
          <p:nvPr>
            <p:ph sz="quarter" idx="13" hasCustomPrompt="1"/>
          </p:nvPr>
        </p:nvSpPr>
        <p:spPr>
          <a:xfrm>
            <a:off x="628953" y="1373807"/>
            <a:ext cx="10069527" cy="4060635"/>
          </a:xfrm>
          <a:prstGeom prst="rect">
            <a:avLst/>
          </a:prstGeom>
        </p:spPr>
        <p:txBody>
          <a:bodyPr rtlCol="0" anchor="t">
            <a:normAutofit/>
          </a:bodyPr>
          <a:lstStyle>
            <a:lvl1pPr marL="164592" indent="-164592">
              <a:lnSpc>
                <a:spcPct val="100000"/>
              </a:lnSpc>
              <a:spcBef>
                <a:spcPts val="0"/>
              </a:spcBef>
              <a:buNone/>
              <a:defRPr sz="3600" cap="all" baseline="0">
                <a:latin typeface="Malgun Gothic" panose="020B0503020000020004" pitchFamily="34" charset="-127"/>
                <a:ea typeface="Malgun Gothic" panose="020B0503020000020004" pitchFamily="34" charset="-127"/>
              </a:defRPr>
            </a:lvl1pPr>
          </a:lstStyle>
          <a:p>
            <a:pPr lvl="0" rtl="0"/>
            <a:r>
              <a:rPr lang="ko"/>
              <a:t>클릭하여 인용 추가</a:t>
            </a:r>
          </a:p>
        </p:txBody>
      </p:sp>
    </p:spTree>
    <p:extLst>
      <p:ext uri="{BB962C8B-B14F-4D97-AF65-F5344CB8AC3E}">
        <p14:creationId xmlns:p14="http://schemas.microsoft.com/office/powerpoint/2010/main" val="8919051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인용문 2">
    <p:bg>
      <p:bgPr>
        <a:solidFill>
          <a:schemeClr val="tx2"/>
        </a:solidFill>
        <a:effectLst/>
      </p:bgPr>
    </p:bg>
    <p:spTree>
      <p:nvGrpSpPr>
        <p:cNvPr id="1" name=""/>
        <p:cNvGrpSpPr/>
        <p:nvPr/>
      </p:nvGrpSpPr>
      <p:grpSpPr>
        <a:xfrm>
          <a:off x="0" y="0"/>
          <a:ext cx="0" cy="0"/>
          <a:chOff x="0" y="0"/>
          <a:chExt cx="0" cy="0"/>
        </a:xfrm>
      </p:grpSpPr>
      <p:cxnSp>
        <p:nvCxnSpPr>
          <p:cNvPr id="6" name="직선 연결선(S) 5">
            <a:extLst>
              <a:ext uri="{FF2B5EF4-FFF2-40B4-BE49-F238E27FC236}">
                <a16:creationId xmlns:a16="http://schemas.microsoft.com/office/drawing/2014/main" id="{4FD47CB2-2DC0-2D1C-3E20-3B23C0394451}"/>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제목 1">
            <a:extLst>
              <a:ext uri="{FF2B5EF4-FFF2-40B4-BE49-F238E27FC236}">
                <a16:creationId xmlns:a16="http://schemas.microsoft.com/office/drawing/2014/main" id="{34940376-AFED-3D68-777A-172B7001E87B}"/>
              </a:ext>
            </a:extLst>
          </p:cNvPr>
          <p:cNvSpPr>
            <a:spLocks noGrp="1"/>
          </p:cNvSpPr>
          <p:nvPr>
            <p:ph type="title" hasCustomPrompt="1"/>
          </p:nvPr>
        </p:nvSpPr>
        <p:spPr>
          <a:xfrm>
            <a:off x="628953" y="5578741"/>
            <a:ext cx="10069527" cy="640080"/>
          </a:xfrm>
        </p:spPr>
        <p:txBody>
          <a:bodyPr rtlCol="0" anchor="b">
            <a:normAutofit/>
          </a:bodyPr>
          <a:lstStyle>
            <a:lvl1pPr>
              <a:lnSpc>
                <a:spcPct val="120000"/>
              </a:lnSpc>
              <a:defRPr sz="1600" cap="none" spc="0">
                <a:solidFill>
                  <a:schemeClr val="bg1"/>
                </a:solidFill>
                <a:latin typeface="Malgun Gothic" panose="020B0503020000020004" pitchFamily="34" charset="-127"/>
                <a:ea typeface="Malgun Gothic" panose="020B0503020000020004" pitchFamily="34" charset="-127"/>
              </a:defRPr>
            </a:lvl1pPr>
          </a:lstStyle>
          <a:p>
            <a:pPr rtl="0"/>
            <a:r>
              <a:rPr lang="ko"/>
              <a:t>인용문 작성자</a:t>
            </a:r>
          </a:p>
        </p:txBody>
      </p:sp>
      <p:sp>
        <p:nvSpPr>
          <p:cNvPr id="4" name="바닥글 개체 틀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rmAutofit/>
          </a:bodyPr>
          <a:lstStyle>
            <a:lvl1pPr>
              <a:defRPr>
                <a:solidFill>
                  <a:schemeClr val="bg1"/>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lvl1pPr>
              <a:defRPr>
                <a:solidFill>
                  <a:schemeClr val="bg1"/>
                </a:solidFill>
              </a:defRPr>
            </a:lvl1pPr>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solidFill>
                  <a:schemeClr val="bg1"/>
                </a:solidFill>
              </a:defRPr>
            </a:lvl1pPr>
          </a:lstStyle>
          <a:p>
            <a:pPr rtl="0"/>
            <a:fld id="{CC057153-B650-4DEB-B370-79DDCFDCE934}" type="slidenum">
              <a:rPr lang="en-US" smtClean="0"/>
              <a:pPr/>
              <a:t>‹#›</a:t>
            </a:fld>
            <a:endParaRPr lang="en-US" dirty="0"/>
          </a:p>
        </p:txBody>
      </p:sp>
      <p:cxnSp>
        <p:nvCxnSpPr>
          <p:cNvPr id="8" name="직선 연결선(S) 7">
            <a:extLst>
              <a:ext uri="{FF2B5EF4-FFF2-40B4-BE49-F238E27FC236}">
                <a16:creationId xmlns:a16="http://schemas.microsoft.com/office/drawing/2014/main" id="{315DE24C-5070-BB46-4081-8ED244198E0F}"/>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내용 개체 틀 6">
            <a:extLst>
              <a:ext uri="{FF2B5EF4-FFF2-40B4-BE49-F238E27FC236}">
                <a16:creationId xmlns:a16="http://schemas.microsoft.com/office/drawing/2014/main" id="{EE5118C8-ABCC-8F3E-B739-002235EBAB7C}"/>
              </a:ext>
            </a:extLst>
          </p:cNvPr>
          <p:cNvSpPr>
            <a:spLocks noGrp="1"/>
          </p:cNvSpPr>
          <p:nvPr>
            <p:ph sz="quarter" idx="13" hasCustomPrompt="1"/>
          </p:nvPr>
        </p:nvSpPr>
        <p:spPr>
          <a:xfrm>
            <a:off x="628953" y="667890"/>
            <a:ext cx="10069527" cy="4060635"/>
          </a:xfrm>
          <a:prstGeom prst="rect">
            <a:avLst/>
          </a:prstGeom>
        </p:spPr>
        <p:txBody>
          <a:bodyPr rtlCol="0" anchor="t">
            <a:normAutofit/>
          </a:bodyPr>
          <a:lstStyle>
            <a:lvl1pPr marL="164592" indent="-164592">
              <a:lnSpc>
                <a:spcPct val="100000"/>
              </a:lnSpc>
              <a:spcBef>
                <a:spcPts val="0"/>
              </a:spcBef>
              <a:buNone/>
              <a:defRPr sz="3600" cap="all" baseline="0">
                <a:solidFill>
                  <a:schemeClr val="bg1"/>
                </a:solidFill>
                <a:latin typeface="Malgun Gothic" panose="020B0503020000020004" pitchFamily="34" charset="-127"/>
                <a:ea typeface="Malgun Gothic" panose="020B0503020000020004" pitchFamily="34" charset="-127"/>
              </a:defRPr>
            </a:lvl1pPr>
          </a:lstStyle>
          <a:p>
            <a:pPr lvl="0" rtl="0"/>
            <a:r>
              <a:rPr lang="ko"/>
              <a:t>클릭하여 인용 추가</a:t>
            </a:r>
          </a:p>
        </p:txBody>
      </p:sp>
    </p:spTree>
    <p:extLst>
      <p:ext uri="{BB962C8B-B14F-4D97-AF65-F5344CB8AC3E}">
        <p14:creationId xmlns:p14="http://schemas.microsoft.com/office/powerpoint/2010/main" val="327951617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인용문 3">
    <p:bg>
      <p:bgPr>
        <a:solidFill>
          <a:schemeClr val="tx2"/>
        </a:solidFill>
        <a:effectLst/>
      </p:bgPr>
    </p:bg>
    <p:spTree>
      <p:nvGrpSpPr>
        <p:cNvPr id="1" name=""/>
        <p:cNvGrpSpPr/>
        <p:nvPr/>
      </p:nvGrpSpPr>
      <p:grpSpPr>
        <a:xfrm>
          <a:off x="0" y="0"/>
          <a:ext cx="0" cy="0"/>
          <a:chOff x="0" y="0"/>
          <a:chExt cx="0" cy="0"/>
        </a:xfrm>
      </p:grpSpPr>
      <p:cxnSp>
        <p:nvCxnSpPr>
          <p:cNvPr id="8" name="직선 연결선(S) 7">
            <a:extLst>
              <a:ext uri="{FF2B5EF4-FFF2-40B4-BE49-F238E27FC236}">
                <a16:creationId xmlns:a16="http://schemas.microsoft.com/office/drawing/2014/main" id="{80708A38-78BC-D3CE-5C55-65C094C8935A}"/>
              </a:ext>
            </a:extLst>
          </p:cNvPr>
          <p:cNvCxnSpPr/>
          <p:nvPr userDrawn="1"/>
        </p:nvCxnSpPr>
        <p:spPr>
          <a:xfrm>
            <a:off x="429209" y="164150"/>
            <a:ext cx="1176279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제목 1">
            <a:extLst>
              <a:ext uri="{FF2B5EF4-FFF2-40B4-BE49-F238E27FC236}">
                <a16:creationId xmlns:a16="http://schemas.microsoft.com/office/drawing/2014/main" id="{605FFFF2-E35B-B16D-3D98-6A7B571A2044}"/>
              </a:ext>
            </a:extLst>
          </p:cNvPr>
          <p:cNvSpPr>
            <a:spLocks noGrp="1"/>
          </p:cNvSpPr>
          <p:nvPr>
            <p:ph type="title" hasCustomPrompt="1"/>
          </p:nvPr>
        </p:nvSpPr>
        <p:spPr>
          <a:xfrm>
            <a:off x="628953" y="5578741"/>
            <a:ext cx="10069527" cy="640080"/>
          </a:xfrm>
        </p:spPr>
        <p:txBody>
          <a:bodyPr rtlCol="0" anchor="b">
            <a:normAutofit/>
          </a:bodyPr>
          <a:lstStyle>
            <a:lvl1pPr>
              <a:lnSpc>
                <a:spcPct val="120000"/>
              </a:lnSpc>
              <a:defRPr sz="1600" cap="none" spc="0">
                <a:solidFill>
                  <a:schemeClr val="bg1"/>
                </a:solidFill>
                <a:latin typeface="Malgun Gothic" panose="020B0503020000020004" pitchFamily="34" charset="-127"/>
                <a:ea typeface="Malgun Gothic" panose="020B0503020000020004" pitchFamily="34" charset="-127"/>
              </a:defRPr>
            </a:lvl1pPr>
          </a:lstStyle>
          <a:p>
            <a:pPr rtl="0"/>
            <a:r>
              <a:rPr lang="ko"/>
              <a:t>인용문 작성자</a:t>
            </a:r>
          </a:p>
        </p:txBody>
      </p:sp>
      <p:sp>
        <p:nvSpPr>
          <p:cNvPr id="4" name="바닥글 개체 틀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rmAutofit/>
          </a:bodyPr>
          <a:lstStyle>
            <a:lvl1pPr>
              <a:defRPr>
                <a:solidFill>
                  <a:schemeClr val="bg1"/>
                </a:solidFill>
                <a:latin typeface="Malgun Gothic" panose="020B0503020000020004" pitchFamily="34" charset="-127"/>
                <a:ea typeface="Malgun Gothic" panose="020B0503020000020004" pitchFamily="34" charset="-127"/>
              </a:defRPr>
            </a:lvl1pPr>
          </a:lstStyle>
          <a:p>
            <a:r>
              <a:rPr lang="ko"/>
              <a:t>샘플 바닥글 텍스트</a:t>
            </a:r>
            <a:endParaRPr lang="en-US" dirty="0"/>
          </a:p>
        </p:txBody>
      </p:sp>
      <p:sp>
        <p:nvSpPr>
          <p:cNvPr id="3" name="날짜 개체 틀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lvl1pPr>
              <a:defRPr>
                <a:solidFill>
                  <a:schemeClr val="bg1"/>
                </a:solidFill>
              </a:defRPr>
            </a:lvl1pPr>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solidFill>
                  <a:schemeClr val="bg1"/>
                </a:solidFill>
              </a:defRPr>
            </a:lvl1pPr>
          </a:lstStyle>
          <a:p>
            <a:pPr rtl="0"/>
            <a:fld id="{CC057153-B650-4DEB-B370-79DDCFDCE934}" type="slidenum">
              <a:rPr lang="en-US" smtClean="0"/>
              <a:pPr/>
              <a:t>‹#›</a:t>
            </a:fld>
            <a:endParaRPr lang="en-US" dirty="0"/>
          </a:p>
        </p:txBody>
      </p:sp>
      <p:cxnSp>
        <p:nvCxnSpPr>
          <p:cNvPr id="6" name="직선 연결선(S) 5">
            <a:extLst>
              <a:ext uri="{FF2B5EF4-FFF2-40B4-BE49-F238E27FC236}">
                <a16:creationId xmlns:a16="http://schemas.microsoft.com/office/drawing/2014/main" id="{B1108F76-E7E3-1812-8331-DCE59FFE0DFB}"/>
              </a:ext>
            </a:extLst>
          </p:cNvPr>
          <p:cNvCxnSpPr>
            <a:cxnSpLocks/>
          </p:cNvCxnSpPr>
          <p:nvPr userDrawn="1"/>
        </p:nvCxnSpPr>
        <p:spPr>
          <a:xfrm>
            <a:off x="429793"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내용 개체 틀 6">
            <a:extLst>
              <a:ext uri="{FF2B5EF4-FFF2-40B4-BE49-F238E27FC236}">
                <a16:creationId xmlns:a16="http://schemas.microsoft.com/office/drawing/2014/main" id="{2D1EB142-2C95-07B2-16A2-D3B362900569}"/>
              </a:ext>
            </a:extLst>
          </p:cNvPr>
          <p:cNvSpPr>
            <a:spLocks noGrp="1"/>
          </p:cNvSpPr>
          <p:nvPr>
            <p:ph sz="quarter" idx="13" hasCustomPrompt="1"/>
          </p:nvPr>
        </p:nvSpPr>
        <p:spPr>
          <a:xfrm>
            <a:off x="628953" y="634635"/>
            <a:ext cx="10069527" cy="4799807"/>
          </a:xfrm>
          <a:prstGeom prst="rect">
            <a:avLst/>
          </a:prstGeom>
        </p:spPr>
        <p:txBody>
          <a:bodyPr rtlCol="0" anchor="b">
            <a:normAutofit/>
          </a:bodyPr>
          <a:lstStyle>
            <a:lvl1pPr marL="164592" indent="-164592">
              <a:lnSpc>
                <a:spcPct val="100000"/>
              </a:lnSpc>
              <a:spcBef>
                <a:spcPts val="0"/>
              </a:spcBef>
              <a:buNone/>
              <a:defRPr sz="3600" cap="all" baseline="0">
                <a:solidFill>
                  <a:schemeClr val="bg1"/>
                </a:solidFill>
                <a:latin typeface="Malgun Gothic" panose="020B0503020000020004" pitchFamily="34" charset="-127"/>
                <a:ea typeface="Malgun Gothic" panose="020B0503020000020004" pitchFamily="34" charset="-127"/>
              </a:defRPr>
            </a:lvl1pPr>
          </a:lstStyle>
          <a:p>
            <a:pPr lvl="0" rtl="0"/>
            <a:r>
              <a:rPr lang="ko"/>
              <a:t>클릭하여 인용 추가</a:t>
            </a:r>
          </a:p>
        </p:txBody>
      </p:sp>
    </p:spTree>
    <p:extLst>
      <p:ext uri="{BB962C8B-B14F-4D97-AF65-F5344CB8AC3E}">
        <p14:creationId xmlns:p14="http://schemas.microsoft.com/office/powerpoint/2010/main" val="21931454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두 가지 내용">
    <p:spTree>
      <p:nvGrpSpPr>
        <p:cNvPr id="1" name=""/>
        <p:cNvGrpSpPr/>
        <p:nvPr/>
      </p:nvGrpSpPr>
      <p:grpSpPr>
        <a:xfrm>
          <a:off x="0" y="0"/>
          <a:ext cx="0" cy="0"/>
          <a:chOff x="0" y="0"/>
          <a:chExt cx="0" cy="0"/>
        </a:xfrm>
      </p:grpSpPr>
      <p:cxnSp>
        <p:nvCxnSpPr>
          <p:cNvPr id="4" name="직선 연결선(S) 3">
            <a:extLst>
              <a:ext uri="{FF2B5EF4-FFF2-40B4-BE49-F238E27FC236}">
                <a16:creationId xmlns:a16="http://schemas.microsoft.com/office/drawing/2014/main" id="{033CF370-3CA5-B9C3-AA2C-1D52A27AD182}"/>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FAF3BB49-A328-F121-7F27-DEB7C3CC2B0F}"/>
              </a:ext>
            </a:extLst>
          </p:cNvPr>
          <p:cNvSpPr>
            <a:spLocks noGrp="1"/>
          </p:cNvSpPr>
          <p:nvPr>
            <p:ph type="title" hasCustomPrompt="1"/>
          </p:nvPr>
        </p:nvSpPr>
        <p:spPr>
          <a:xfrm>
            <a:off x="634030" y="634990"/>
            <a:ext cx="10923934" cy="1127756"/>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3" name="직선 연결선(S) 2">
            <a:extLst>
              <a:ext uri="{FF2B5EF4-FFF2-40B4-BE49-F238E27FC236}">
                <a16:creationId xmlns:a16="http://schemas.microsoft.com/office/drawing/2014/main" id="{0DA0E66B-621F-DCB6-E24E-748318E12F2D}"/>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내용 개체 틀 9">
            <a:extLst>
              <a:ext uri="{FF2B5EF4-FFF2-40B4-BE49-F238E27FC236}">
                <a16:creationId xmlns:a16="http://schemas.microsoft.com/office/drawing/2014/main" id="{70CAE2F0-3041-7269-FCA3-14BE4B94ECBB}"/>
              </a:ext>
            </a:extLst>
          </p:cNvPr>
          <p:cNvSpPr>
            <a:spLocks noGrp="1"/>
          </p:cNvSpPr>
          <p:nvPr>
            <p:ph sz="quarter" idx="15" hasCustomPrompt="1"/>
          </p:nvPr>
        </p:nvSpPr>
        <p:spPr>
          <a:xfrm>
            <a:off x="634030" y="2129474"/>
            <a:ext cx="5267332" cy="4094162"/>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p>
        </p:txBody>
      </p:sp>
      <p:sp>
        <p:nvSpPr>
          <p:cNvPr id="12" name="내용 개체 틀 9">
            <a:extLst>
              <a:ext uri="{FF2B5EF4-FFF2-40B4-BE49-F238E27FC236}">
                <a16:creationId xmlns:a16="http://schemas.microsoft.com/office/drawing/2014/main" id="{202FAAFA-42C4-CFD2-DBA8-BC2201120380}"/>
              </a:ext>
            </a:extLst>
          </p:cNvPr>
          <p:cNvSpPr>
            <a:spLocks noGrp="1"/>
          </p:cNvSpPr>
          <p:nvPr>
            <p:ph sz="quarter" idx="16" hasCustomPrompt="1"/>
          </p:nvPr>
        </p:nvSpPr>
        <p:spPr>
          <a:xfrm>
            <a:off x="6290632" y="2128839"/>
            <a:ext cx="5267332" cy="4094162"/>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p>
        </p:txBody>
      </p:sp>
    </p:spTree>
    <p:extLst>
      <p:ext uri="{BB962C8B-B14F-4D97-AF65-F5344CB8AC3E}">
        <p14:creationId xmlns:p14="http://schemas.microsoft.com/office/powerpoint/2010/main" val="16638156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cxnSp>
        <p:nvCxnSpPr>
          <p:cNvPr id="6" name="직선 연결선(S) 5">
            <a:extLst>
              <a:ext uri="{FF2B5EF4-FFF2-40B4-BE49-F238E27FC236}">
                <a16:creationId xmlns:a16="http://schemas.microsoft.com/office/drawing/2014/main" id="{A1A96DE7-ACFB-A025-20F2-1C9A4CEF7566}"/>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41FEE969-634D-6E32-D227-18E9282C6F9E}"/>
              </a:ext>
            </a:extLst>
          </p:cNvPr>
          <p:cNvSpPr>
            <a:spLocks noGrp="1"/>
          </p:cNvSpPr>
          <p:nvPr>
            <p:ph type="title" hasCustomPrompt="1"/>
          </p:nvPr>
        </p:nvSpPr>
        <p:spPr>
          <a:xfrm>
            <a:off x="634030" y="641197"/>
            <a:ext cx="10923934" cy="688973"/>
          </a:xfrm>
        </p:spPr>
        <p:txBody>
          <a:bodyPr rtlCol="0">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8" name="바닥글 개체 틀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7" name="날짜 개체 틀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lstStyle/>
          <a:p>
            <a:pPr rtl="0"/>
            <a:r>
              <a:rPr lang="en-US"/>
              <a:t>2025년 8월 18일</a:t>
            </a:r>
            <a:endParaRPr lang="en-US" dirty="0"/>
          </a:p>
        </p:txBody>
      </p:sp>
      <p:sp>
        <p:nvSpPr>
          <p:cNvPr id="9" name="슬라이드 번호 개체 틀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sp>
        <p:nvSpPr>
          <p:cNvPr id="3" name="텍스트 개체 틀 2">
            <a:extLst>
              <a:ext uri="{FF2B5EF4-FFF2-40B4-BE49-F238E27FC236}">
                <a16:creationId xmlns:a16="http://schemas.microsoft.com/office/drawing/2014/main" id="{61CD26D4-290A-F0ED-7D62-41EDA6FEC2B9}"/>
              </a:ext>
            </a:extLst>
          </p:cNvPr>
          <p:cNvSpPr>
            <a:spLocks noGrp="1"/>
          </p:cNvSpPr>
          <p:nvPr>
            <p:ph type="body" idx="1" hasCustomPrompt="1"/>
          </p:nvPr>
        </p:nvSpPr>
        <p:spPr>
          <a:xfrm>
            <a:off x="633472" y="1456523"/>
            <a:ext cx="5266644" cy="688973"/>
          </a:xfrm>
          <a:prstGeom prst="rect">
            <a:avLst/>
          </a:prstGeom>
        </p:spPr>
        <p:txBody>
          <a:bodyPr rtlCol="0" anchor="b">
            <a:normAutofit/>
          </a:bodyPr>
          <a:lstStyle>
            <a:lvl1pPr marL="0" indent="0">
              <a:lnSpc>
                <a:spcPct val="90000"/>
              </a:lnSpc>
              <a:buNone/>
              <a:defRPr sz="1400" b="1" cap="all" baseline="0">
                <a:latin typeface="Malgun Gothic" panose="020B0503020000020004" pitchFamily="34" charset="-127"/>
                <a:ea typeface="Malgun Gothic" panose="020B0503020000020004" pitchFamily="34"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ko"/>
              <a:t>마스터 텍스트 스타일을 편집하려면 클릭하세요.</a:t>
            </a:r>
          </a:p>
        </p:txBody>
      </p:sp>
      <p:sp>
        <p:nvSpPr>
          <p:cNvPr id="10" name="내용 개체 틀 9">
            <a:extLst>
              <a:ext uri="{FF2B5EF4-FFF2-40B4-BE49-F238E27FC236}">
                <a16:creationId xmlns:a16="http://schemas.microsoft.com/office/drawing/2014/main" id="{AAF7DC9C-9332-6860-8B76-290D8AE372F7}"/>
              </a:ext>
            </a:extLst>
          </p:cNvPr>
          <p:cNvSpPr>
            <a:spLocks noGrp="1"/>
          </p:cNvSpPr>
          <p:nvPr>
            <p:ph sz="quarter" idx="15" hasCustomPrompt="1"/>
          </p:nvPr>
        </p:nvSpPr>
        <p:spPr>
          <a:xfrm>
            <a:off x="633470" y="2271849"/>
            <a:ext cx="5267332" cy="3944954"/>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p>
        </p:txBody>
      </p:sp>
      <p:sp>
        <p:nvSpPr>
          <p:cNvPr id="5" name="텍스트 개체 틀 4">
            <a:extLst>
              <a:ext uri="{FF2B5EF4-FFF2-40B4-BE49-F238E27FC236}">
                <a16:creationId xmlns:a16="http://schemas.microsoft.com/office/drawing/2014/main" id="{06536620-C4F3-EEC3-DBF1-05196B1CBB55}"/>
              </a:ext>
            </a:extLst>
          </p:cNvPr>
          <p:cNvSpPr>
            <a:spLocks noGrp="1"/>
          </p:cNvSpPr>
          <p:nvPr>
            <p:ph type="body" sz="quarter" idx="3" hasCustomPrompt="1"/>
          </p:nvPr>
        </p:nvSpPr>
        <p:spPr>
          <a:xfrm>
            <a:off x="6286500" y="1456523"/>
            <a:ext cx="5271464" cy="688973"/>
          </a:xfrm>
          <a:prstGeom prst="rect">
            <a:avLst/>
          </a:prstGeom>
        </p:spPr>
        <p:txBody>
          <a:bodyPr rtlCol="0" anchor="b">
            <a:normAutofit/>
          </a:bodyPr>
          <a:lstStyle>
            <a:lvl1pPr marL="0" indent="0">
              <a:lnSpc>
                <a:spcPct val="90000"/>
              </a:lnSpc>
              <a:buNone/>
              <a:defRPr sz="1400" b="1" cap="all" baseline="0">
                <a:latin typeface="Malgun Gothic" panose="020B0503020000020004" pitchFamily="34" charset="-127"/>
                <a:ea typeface="Malgun Gothic" panose="020B0503020000020004" pitchFamily="34"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ko"/>
              <a:t>마스터 텍스트 스타일을 편집하려면 클릭하세요.</a:t>
            </a:r>
          </a:p>
        </p:txBody>
      </p:sp>
      <p:sp>
        <p:nvSpPr>
          <p:cNvPr id="12" name="내용 개체 틀 9">
            <a:extLst>
              <a:ext uri="{FF2B5EF4-FFF2-40B4-BE49-F238E27FC236}">
                <a16:creationId xmlns:a16="http://schemas.microsoft.com/office/drawing/2014/main" id="{814A6650-A301-AE53-ACE9-C9F2CCD87CE8}"/>
              </a:ext>
            </a:extLst>
          </p:cNvPr>
          <p:cNvSpPr>
            <a:spLocks noGrp="1"/>
          </p:cNvSpPr>
          <p:nvPr>
            <p:ph sz="quarter" idx="16" hasCustomPrompt="1"/>
          </p:nvPr>
        </p:nvSpPr>
        <p:spPr>
          <a:xfrm>
            <a:off x="6290072" y="2271849"/>
            <a:ext cx="5267332" cy="3944954"/>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p>
        </p:txBody>
      </p:sp>
      <p:cxnSp>
        <p:nvCxnSpPr>
          <p:cNvPr id="4" name="직선 연결선(S) 3">
            <a:extLst>
              <a:ext uri="{FF2B5EF4-FFF2-40B4-BE49-F238E27FC236}">
                <a16:creationId xmlns:a16="http://schemas.microsoft.com/office/drawing/2014/main" id="{FFC723C3-DA4A-8D71-987B-EB7E7A74D1E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846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cxnSp>
        <p:nvCxnSpPr>
          <p:cNvPr id="7" name="직선 연결선(S) 6">
            <a:extLst>
              <a:ext uri="{FF2B5EF4-FFF2-40B4-BE49-F238E27FC236}">
                <a16:creationId xmlns:a16="http://schemas.microsoft.com/office/drawing/2014/main" id="{44A141C8-6351-7BB4-B97D-32DF6F45DBC5}"/>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666A9F42-7FF7-F803-C075-BC4968D35E34}"/>
              </a:ext>
            </a:extLst>
          </p:cNvPr>
          <p:cNvSpPr>
            <a:spLocks noGrp="1"/>
          </p:cNvSpPr>
          <p:nvPr>
            <p:ph type="title" hasCustomPrompt="1"/>
          </p:nvPr>
        </p:nvSpPr>
        <p:spPr>
          <a:xfrm>
            <a:off x="634030" y="634990"/>
            <a:ext cx="10923933" cy="1127761"/>
          </a:xfrm>
        </p:spPr>
        <p:txBody>
          <a:bodyPr rtlCol="0">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4" name="바닥글 개체 틀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2025년 8월 18일</a:t>
            </a:r>
            <a:endParaRPr lang="en-US" dirty="0"/>
          </a:p>
        </p:txBody>
      </p:sp>
      <p:sp>
        <p:nvSpPr>
          <p:cNvPr id="5" name="슬라이드 번호 개체 틀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6" name="직선 연결선(S) 5">
            <a:extLst>
              <a:ext uri="{FF2B5EF4-FFF2-40B4-BE49-F238E27FC236}">
                <a16:creationId xmlns:a16="http://schemas.microsoft.com/office/drawing/2014/main" id="{D88218CD-6934-8D18-A575-7C745D80A6C4}"/>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30586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비어 있음">
    <p:spTree>
      <p:nvGrpSpPr>
        <p:cNvPr id="1" name=""/>
        <p:cNvGrpSpPr/>
        <p:nvPr/>
      </p:nvGrpSpPr>
      <p:grpSpPr>
        <a:xfrm>
          <a:off x="0" y="0"/>
          <a:ext cx="0" cy="0"/>
          <a:chOff x="0" y="0"/>
          <a:chExt cx="0" cy="0"/>
        </a:xfrm>
      </p:grpSpPr>
      <p:cxnSp>
        <p:nvCxnSpPr>
          <p:cNvPr id="5" name="직선 연결선(S) 4">
            <a:extLst>
              <a:ext uri="{FF2B5EF4-FFF2-40B4-BE49-F238E27FC236}">
                <a16:creationId xmlns:a16="http://schemas.microsoft.com/office/drawing/2014/main" id="{BFE09A4A-7256-DFB0-F197-FAC31C991665}"/>
              </a:ext>
            </a:extLst>
          </p:cNvPr>
          <p:cNvCxnSpPr/>
          <p:nvPr/>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바닥글 개체 틀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2" name="날짜 개체 틀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2025년 8월 18일</a:t>
            </a:r>
            <a:endParaRPr lang="en-US" dirty="0"/>
          </a:p>
        </p:txBody>
      </p:sp>
      <p:sp>
        <p:nvSpPr>
          <p:cNvPr id="4" name="슬라이드 번호 개체 틀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7" name="직선 연결선(S) 6">
            <a:extLst>
              <a:ext uri="{FF2B5EF4-FFF2-40B4-BE49-F238E27FC236}">
                <a16:creationId xmlns:a16="http://schemas.microsoft.com/office/drawing/2014/main" id="{1571AA78-5D18-EE68-E9E7-A1075C78BC2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91823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50C37F-77BE-E128-4248-D001C39E79C6}"/>
              </a:ext>
            </a:extLst>
          </p:cNvPr>
          <p:cNvSpPr>
            <a:spLocks noGrp="1"/>
          </p:cNvSpPr>
          <p:nvPr>
            <p:ph type="title" hasCustomPrompt="1"/>
          </p:nvPr>
        </p:nvSpPr>
        <p:spPr>
          <a:xfrm>
            <a:off x="634030" y="634990"/>
            <a:ext cx="4096995" cy="1874006"/>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6" name="바닥글 개체 틀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9" name="직선 연결선(S) 8">
            <a:extLst>
              <a:ext uri="{FF2B5EF4-FFF2-40B4-BE49-F238E27FC236}">
                <a16:creationId xmlns:a16="http://schemas.microsoft.com/office/drawing/2014/main" id="{CD4A6C7F-9167-3CFF-8E30-53AE9D6BB73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텍스트 개체 틀 3">
            <a:extLst>
              <a:ext uri="{FF2B5EF4-FFF2-40B4-BE49-F238E27FC236}">
                <a16:creationId xmlns:a16="http://schemas.microsoft.com/office/drawing/2014/main" id="{EC0EEBFB-2026-6A35-33ED-F008376B67A0}"/>
              </a:ext>
            </a:extLst>
          </p:cNvPr>
          <p:cNvSpPr>
            <a:spLocks noGrp="1"/>
          </p:cNvSpPr>
          <p:nvPr>
            <p:ph type="body" sz="half" idx="2" hasCustomPrompt="1"/>
          </p:nvPr>
        </p:nvSpPr>
        <p:spPr>
          <a:xfrm>
            <a:off x="634020" y="2866804"/>
            <a:ext cx="4096987" cy="2989469"/>
          </a:xfrm>
          <a:prstGeom prst="rect">
            <a:avLst/>
          </a:prstGeom>
        </p:spPr>
        <p:txBody>
          <a:bodyPr rtlCol="0" anchor="t">
            <a:normAutofit/>
          </a:bodyPr>
          <a:lstStyle>
            <a:lvl1pPr marL="0" indent="0">
              <a:buNone/>
              <a:defRPr sz="1400">
                <a:latin typeface="Malgun Gothic" panose="020B0503020000020004" pitchFamily="34" charset="-127"/>
                <a:ea typeface="Malgun Gothic" panose="020B0503020000020004" pitchFamily="34" charset="-12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ko"/>
              <a:t>마스터 텍스트 스타일을 편집하려면 클릭하세요.</a:t>
            </a:r>
          </a:p>
        </p:txBody>
      </p:sp>
      <p:sp>
        <p:nvSpPr>
          <p:cNvPr id="3" name="내용 개체 틀 2">
            <a:extLst>
              <a:ext uri="{FF2B5EF4-FFF2-40B4-BE49-F238E27FC236}">
                <a16:creationId xmlns:a16="http://schemas.microsoft.com/office/drawing/2014/main" id="{2F3B20A8-A604-C977-02C0-083BA8663484}"/>
              </a:ext>
            </a:extLst>
          </p:cNvPr>
          <p:cNvSpPr>
            <a:spLocks noGrp="1"/>
          </p:cNvSpPr>
          <p:nvPr>
            <p:ph idx="1" hasCustomPrompt="1"/>
          </p:nvPr>
        </p:nvSpPr>
        <p:spPr>
          <a:xfrm>
            <a:off x="5062330" y="634989"/>
            <a:ext cx="6495633" cy="5857517"/>
          </a:xfrm>
          <a:prstGeom prst="rect">
            <a:avLst/>
          </a:prstGeom>
        </p:spPr>
        <p:txBody>
          <a:bodyPr rtlCol="0">
            <a:normAutofit/>
          </a:bodyPr>
          <a:lstStyle>
            <a:lvl1pPr>
              <a:defRPr sz="1400">
                <a:latin typeface="Malgun Gothic" panose="020B0503020000020004" pitchFamily="34" charset="-127"/>
                <a:ea typeface="Malgun Gothic" panose="020B0503020000020004" pitchFamily="34" charset="-127"/>
              </a:defRPr>
            </a:lvl1pPr>
            <a:lvl2pPr>
              <a:defRPr sz="1400">
                <a:latin typeface="Malgun Gothic" panose="020B0503020000020004" pitchFamily="34" charset="-127"/>
                <a:ea typeface="Malgun Gothic" panose="020B0503020000020004" pitchFamily="34" charset="-127"/>
              </a:defRPr>
            </a:lvl2pPr>
            <a:lvl3pPr>
              <a:defRPr sz="1400">
                <a:latin typeface="Malgun Gothic" panose="020B0503020000020004" pitchFamily="34" charset="-127"/>
                <a:ea typeface="Malgun Gothic" panose="020B0503020000020004" pitchFamily="34" charset="-127"/>
              </a:defRPr>
            </a:lvl3pPr>
            <a:lvl4pPr>
              <a:defRPr sz="1400">
                <a:latin typeface="Malgun Gothic" panose="020B0503020000020004" pitchFamily="34" charset="-127"/>
                <a:ea typeface="Malgun Gothic" panose="020B0503020000020004" pitchFamily="34" charset="-127"/>
              </a:defRPr>
            </a:lvl4pPr>
            <a:lvl5pPr>
              <a:defRPr sz="1400">
                <a:latin typeface="Malgun Gothic" panose="020B0503020000020004" pitchFamily="34" charset="-127"/>
                <a:ea typeface="Malgun Gothic" panose="020B0503020000020004" pitchFamily="34" charset="-127"/>
              </a:defRPr>
            </a:lvl5pPr>
            <a:lvl6pPr>
              <a:defRPr sz="2000"/>
            </a:lvl6pPr>
            <a:lvl7pPr>
              <a:defRPr sz="2000"/>
            </a:lvl7pPr>
            <a:lvl8pPr>
              <a:defRPr sz="2000"/>
            </a:lvl8pPr>
            <a:lvl9pPr>
              <a:defRPr sz="2000"/>
            </a:lvl9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cxnSp>
        <p:nvCxnSpPr>
          <p:cNvPr id="8" name="직선 연결선(S) 7">
            <a:extLst>
              <a:ext uri="{FF2B5EF4-FFF2-40B4-BE49-F238E27FC236}">
                <a16:creationId xmlns:a16="http://schemas.microsoft.com/office/drawing/2014/main" id="{A9C0A275-A2A5-8AD0-2E0F-DDE194CF88B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91108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
        <p:nvSpPr>
          <p:cNvPr id="6" name="바닥글 개체 틀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lstStyle/>
          <a:p>
            <a:pPr rtl="0"/>
            <a:r>
              <a:rPr lang="en-US"/>
              <a:t>2025년 8월 18일</a:t>
            </a:r>
            <a:endParaRPr lang="en-US" dirty="0"/>
          </a:p>
        </p:txBody>
      </p:sp>
      <p:sp>
        <p:nvSpPr>
          <p:cNvPr id="7" name="슬라이드 번호 개체 틀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CC057153-B650-4DEB-B370-79DDCFDCE934}" type="slidenum">
              <a:rPr lang="en-US" smtClean="0"/>
              <a:t>‹#›</a:t>
            </a:fld>
            <a:endParaRPr lang="en-US" dirty="0"/>
          </a:p>
        </p:txBody>
      </p:sp>
      <p:cxnSp>
        <p:nvCxnSpPr>
          <p:cNvPr id="9" name="직선 연결선(S) 8">
            <a:extLst>
              <a:ext uri="{FF2B5EF4-FFF2-40B4-BE49-F238E27FC236}">
                <a16:creationId xmlns:a16="http://schemas.microsoft.com/office/drawing/2014/main" id="{03E95682-83E4-B8FD-0229-98470A1CACC8}"/>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9C2BD7F5-CDD3-75CC-75F0-0D3B429420E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제목 1">
            <a:extLst>
              <a:ext uri="{FF2B5EF4-FFF2-40B4-BE49-F238E27FC236}">
                <a16:creationId xmlns:a16="http://schemas.microsoft.com/office/drawing/2014/main" id="{C56D9DA0-6EE9-83EA-17DF-CC70C2448FC9}"/>
              </a:ext>
            </a:extLst>
          </p:cNvPr>
          <p:cNvSpPr>
            <a:spLocks noGrp="1"/>
          </p:cNvSpPr>
          <p:nvPr>
            <p:ph type="title" hasCustomPrompt="1"/>
          </p:nvPr>
        </p:nvSpPr>
        <p:spPr>
          <a:xfrm>
            <a:off x="612648" y="634990"/>
            <a:ext cx="3595634" cy="1762083"/>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1" name="텍스트 개체 틀 3">
            <a:extLst>
              <a:ext uri="{FF2B5EF4-FFF2-40B4-BE49-F238E27FC236}">
                <a16:creationId xmlns:a16="http://schemas.microsoft.com/office/drawing/2014/main" id="{D578782C-4033-2DC8-D9E6-78F704FB0CD8}"/>
              </a:ext>
            </a:extLst>
          </p:cNvPr>
          <p:cNvSpPr>
            <a:spLocks noGrp="1"/>
          </p:cNvSpPr>
          <p:nvPr>
            <p:ph type="body" sz="half" idx="2" hasCustomPrompt="1"/>
          </p:nvPr>
        </p:nvSpPr>
        <p:spPr>
          <a:xfrm>
            <a:off x="612648" y="2521515"/>
            <a:ext cx="3585586" cy="3701117"/>
          </a:xfrm>
          <a:prstGeom prst="rect">
            <a:avLst/>
          </a:prstGeom>
        </p:spPr>
        <p:txBody>
          <a:bodyPr rtlCol="0" anchor="b">
            <a:normAutofit/>
          </a:bodyPr>
          <a:lstStyle>
            <a:lvl1pPr marL="0" indent="0">
              <a:buNone/>
              <a:defRPr sz="1400">
                <a:latin typeface="Malgun Gothic" panose="020B0503020000020004" pitchFamily="34" charset="-127"/>
                <a:ea typeface="Malgun Gothic" panose="020B0503020000020004" pitchFamily="34" charset="-12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ko"/>
              <a:t>마스터 텍스트 스타일을 편집하려면 클릭하세요.</a:t>
            </a:r>
          </a:p>
        </p:txBody>
      </p:sp>
      <p:sp>
        <p:nvSpPr>
          <p:cNvPr id="12" name="그림 개체 틀 2">
            <a:extLst>
              <a:ext uri="{FF2B5EF4-FFF2-40B4-BE49-F238E27FC236}">
                <a16:creationId xmlns:a16="http://schemas.microsoft.com/office/drawing/2014/main" id="{4782C0C8-F3A4-B2F1-131D-63904B515429}"/>
              </a:ext>
            </a:extLst>
          </p:cNvPr>
          <p:cNvSpPr>
            <a:spLocks noGrp="1"/>
          </p:cNvSpPr>
          <p:nvPr>
            <p:ph type="pic" idx="1" hasCustomPrompt="1"/>
          </p:nvPr>
        </p:nvSpPr>
        <p:spPr>
          <a:xfrm>
            <a:off x="5340483" y="634990"/>
            <a:ext cx="6139637" cy="5587643"/>
          </a:xfrm>
          <a:prstGeom prst="rect">
            <a:avLst/>
          </a:prstGeom>
          <a:blipFill dpi="0" rotWithShape="1">
            <a:blip r:embed="rId2">
              <a:alphaModFix amt="60000"/>
            </a:blip>
            <a:srcRect/>
            <a:stretch>
              <a:fillRect/>
            </a:stretch>
          </a:blipFill>
        </p:spPr>
        <p:txBody>
          <a:bodyPr rtlCol="0">
            <a:normAutofit/>
          </a:bodyPr>
          <a:lstStyle>
            <a:lvl1pPr marL="0" indent="0">
              <a:buNone/>
              <a:defRPr sz="1800">
                <a:latin typeface="Malgun Gothic" panose="020B0503020000020004" pitchFamily="34" charset="-127"/>
                <a:ea typeface="Malgun Gothic" panose="020B0503020000020004" pitchFamily="34" charset="-12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ko"/>
              <a:t> </a:t>
            </a:r>
          </a:p>
        </p:txBody>
      </p:sp>
    </p:spTree>
    <p:extLst>
      <p:ext uri="{BB962C8B-B14F-4D97-AF65-F5344CB8AC3E}">
        <p14:creationId xmlns:p14="http://schemas.microsoft.com/office/powerpoint/2010/main" val="9750980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결론">
    <p:bg>
      <p:bgPr>
        <a:solidFill>
          <a:schemeClr val="bg2"/>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7433D9-FD02-59E2-0F81-A0B7201D2DA0}"/>
              </a:ext>
            </a:extLst>
          </p:cNvPr>
          <p:cNvSpPr>
            <a:spLocks noGrp="1"/>
          </p:cNvSpPr>
          <p:nvPr>
            <p:ph type="title" hasCustomPrompt="1"/>
          </p:nvPr>
        </p:nvSpPr>
        <p:spPr>
          <a:xfrm>
            <a:off x="634030" y="1373816"/>
            <a:ext cx="10906802" cy="1607128"/>
          </a:xfrm>
        </p:spPr>
        <p:txBody>
          <a:bodyPr rtlCol="0" anchor="b">
            <a:normAutofit/>
          </a:bodyPr>
          <a:lstStyle>
            <a:lvl1pPr>
              <a:defRPr sz="3600">
                <a:solidFill>
                  <a:schemeClr val="tx1"/>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5" name="바닥글 개체 틀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solidFill>
                  <a:schemeClr val="tx1"/>
                </a:solidFill>
                <a:latin typeface="Malgun Gothic" panose="020B0503020000020004" pitchFamily="34" charset="-127"/>
                <a:ea typeface="Malgun Gothic" panose="020B0503020000020004" pitchFamily="34" charset="-127"/>
              </a:defRPr>
            </a:lvl1pPr>
          </a:lstStyle>
          <a:p>
            <a:r>
              <a:rPr lang="ko"/>
              <a:t>샘플 바닥글 텍스트</a:t>
            </a:r>
            <a:endParaRPr lang="en-US" dirty="0"/>
          </a:p>
        </p:txBody>
      </p:sp>
      <p:sp>
        <p:nvSpPr>
          <p:cNvPr id="4" name="날짜 개체 틀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CC057153-B650-4DEB-B370-79DDCFDCE934}" type="slidenum">
              <a:rPr lang="en-US" smtClean="0"/>
              <a:pPr/>
              <a:t>‹#›</a:t>
            </a:fld>
            <a:endParaRPr lang="en-US" dirty="0"/>
          </a:p>
        </p:txBody>
      </p:sp>
      <p:cxnSp>
        <p:nvCxnSpPr>
          <p:cNvPr id="7" name="직선 연결선(S) 6">
            <a:extLst>
              <a:ext uri="{FF2B5EF4-FFF2-40B4-BE49-F238E27FC236}">
                <a16:creationId xmlns:a16="http://schemas.microsoft.com/office/drawing/2014/main" id="{BB4F35B0-78B0-CF96-BDA9-3D1E19B0636E}"/>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내용 개체 틀 7">
            <a:extLst>
              <a:ext uri="{FF2B5EF4-FFF2-40B4-BE49-F238E27FC236}">
                <a16:creationId xmlns:a16="http://schemas.microsoft.com/office/drawing/2014/main" id="{C7E1FCC9-2D1D-9C6B-8C9A-E3D0A77DBEF0}"/>
              </a:ext>
            </a:extLst>
          </p:cNvPr>
          <p:cNvSpPr>
            <a:spLocks noGrp="1"/>
          </p:cNvSpPr>
          <p:nvPr>
            <p:ph sz="quarter" idx="13" hasCustomPrompt="1"/>
          </p:nvPr>
        </p:nvSpPr>
        <p:spPr>
          <a:xfrm>
            <a:off x="633480" y="3615051"/>
            <a:ext cx="10906781" cy="2607949"/>
          </a:xfrm>
          <a:prstGeom prst="rect">
            <a:avLst/>
          </a:prstGeom>
        </p:spPr>
        <p:txBody>
          <a:bodyPr rtlCol="0">
            <a:normAutofit/>
          </a:bodyPr>
          <a:lstStyle>
            <a:lvl1pPr marL="0" indent="0">
              <a:buNone/>
              <a:defRPr sz="1400">
                <a:solidFill>
                  <a:schemeClr val="tx1"/>
                </a:solidFill>
                <a:latin typeface="Malgun Gothic" panose="020B0503020000020004" pitchFamily="34" charset="-127"/>
                <a:ea typeface="Malgun Gothic" panose="020B0503020000020004" pitchFamily="34" charset="-127"/>
              </a:defRPr>
            </a:lvl1pPr>
            <a:lvl2pPr marL="228600" indent="0">
              <a:buNone/>
              <a:defRPr sz="1400">
                <a:solidFill>
                  <a:schemeClr val="tx1"/>
                </a:solidFill>
                <a:latin typeface="Malgun Gothic" panose="020B0503020000020004" pitchFamily="34" charset="-127"/>
                <a:ea typeface="Malgun Gothic" panose="020B0503020000020004" pitchFamily="34" charset="-127"/>
              </a:defRPr>
            </a:lvl2pPr>
            <a:lvl3pPr marL="457200" indent="0">
              <a:buNone/>
              <a:defRPr sz="1400">
                <a:solidFill>
                  <a:schemeClr val="tx1"/>
                </a:solidFill>
                <a:latin typeface="Malgun Gothic" panose="020B0503020000020004" pitchFamily="34" charset="-127"/>
                <a:ea typeface="Malgun Gothic" panose="020B0503020000020004" pitchFamily="34" charset="-127"/>
              </a:defRPr>
            </a:lvl3pPr>
            <a:lvl4pPr marL="685800" indent="0">
              <a:buNone/>
              <a:defRPr sz="1400">
                <a:solidFill>
                  <a:schemeClr val="tx1"/>
                </a:solidFill>
                <a:latin typeface="Malgun Gothic" panose="020B0503020000020004" pitchFamily="34" charset="-127"/>
                <a:ea typeface="Malgun Gothic" panose="020B0503020000020004" pitchFamily="34" charset="-127"/>
              </a:defRPr>
            </a:lvl4pPr>
            <a:lvl5pPr marL="914400" indent="0">
              <a:buNone/>
              <a:defRPr sz="1400">
                <a:solidFill>
                  <a:schemeClr val="tx1"/>
                </a:solidFill>
                <a:latin typeface="Malgun Gothic" panose="020B0503020000020004" pitchFamily="34" charset="-127"/>
                <a:ea typeface="Malgun Gothic" panose="020B0503020000020004" pitchFamily="34" charset="-127"/>
              </a:defRPr>
            </a:lvl5pPr>
          </a:lstStyle>
          <a:p>
            <a:pPr lvl="0" rtl="0"/>
            <a:r>
              <a:rPr lang="ko"/>
              <a:t>클릭하여 마스터 텍스트 스타일 편집</a:t>
            </a:r>
          </a:p>
          <a:p>
            <a:pPr lvl="1" rtl="0"/>
            <a:r>
              <a:rPr lang="ko"/>
              <a:t>둘째 수준</a:t>
            </a:r>
          </a:p>
          <a:p>
            <a:pPr lvl="2" rtl="0"/>
            <a:r>
              <a:rPr lang="ko"/>
              <a:t>셋째 수준</a:t>
            </a:r>
          </a:p>
          <a:p>
            <a:pPr lvl="3" rtl="0"/>
            <a:r>
              <a:rPr lang="ko"/>
              <a:t>넷째 수준</a:t>
            </a:r>
          </a:p>
          <a:p>
            <a:pPr lvl="4" rtl="0"/>
            <a:r>
              <a:rPr lang="ko"/>
              <a:t>다섯째 수준</a:t>
            </a:r>
          </a:p>
        </p:txBody>
      </p:sp>
      <p:cxnSp>
        <p:nvCxnSpPr>
          <p:cNvPr id="3" name="직선 연결선(S) 2">
            <a:extLst>
              <a:ext uri="{FF2B5EF4-FFF2-40B4-BE49-F238E27FC236}">
                <a16:creationId xmlns:a16="http://schemas.microsoft.com/office/drawing/2014/main" id="{55FE6CEC-AEBC-8860-A62E-637765B0DE26}"/>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263186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결론 2">
    <p:bg>
      <p:bgPr>
        <a:solidFill>
          <a:schemeClr val="bg2"/>
        </a:solidFill>
        <a:effectLst/>
      </p:bgPr>
    </p:bg>
    <p:spTree>
      <p:nvGrpSpPr>
        <p:cNvPr id="1" name=""/>
        <p:cNvGrpSpPr/>
        <p:nvPr/>
      </p:nvGrpSpPr>
      <p:grpSpPr>
        <a:xfrm>
          <a:off x="0" y="0"/>
          <a:ext cx="0" cy="0"/>
          <a:chOff x="0" y="0"/>
          <a:chExt cx="0" cy="0"/>
        </a:xfrm>
      </p:grpSpPr>
      <p:cxnSp>
        <p:nvCxnSpPr>
          <p:cNvPr id="8" name="직선 연결선(S) 7">
            <a:extLst>
              <a:ext uri="{FF2B5EF4-FFF2-40B4-BE49-F238E27FC236}">
                <a16:creationId xmlns:a16="http://schemas.microsoft.com/office/drawing/2014/main" id="{6C31587E-E768-0BED-F16B-618390A49DBC}"/>
              </a:ext>
            </a:extLst>
          </p:cNvPr>
          <p:cNvCxnSpPr/>
          <p:nvPr userDrawn="1"/>
        </p:nvCxnSpPr>
        <p:spPr>
          <a:xfrm>
            <a:off x="429209" y="164150"/>
            <a:ext cx="117627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제목 1">
            <a:extLst>
              <a:ext uri="{FF2B5EF4-FFF2-40B4-BE49-F238E27FC236}">
                <a16:creationId xmlns:a16="http://schemas.microsoft.com/office/drawing/2014/main" id="{0B729E58-15D4-9BFF-C39F-C683CED24138}"/>
              </a:ext>
            </a:extLst>
          </p:cNvPr>
          <p:cNvSpPr>
            <a:spLocks noGrp="1"/>
          </p:cNvSpPr>
          <p:nvPr>
            <p:ph type="title" hasCustomPrompt="1"/>
          </p:nvPr>
        </p:nvSpPr>
        <p:spPr>
          <a:xfrm>
            <a:off x="612647" y="1953889"/>
            <a:ext cx="8430767" cy="1842020"/>
          </a:xfrm>
        </p:spPr>
        <p:txBody>
          <a:bodyPr rtlCol="0" anchor="b">
            <a:normAutofit/>
          </a:bodyPr>
          <a:lstStyle>
            <a:lvl1pPr>
              <a:defRPr sz="3600">
                <a:solidFill>
                  <a:schemeClr val="tx1"/>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5" name="바닥글 개체 틀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solidFill>
                  <a:schemeClr val="tx1"/>
                </a:solidFill>
                <a:latin typeface="Malgun Gothic" panose="020B0503020000020004" pitchFamily="34" charset="-127"/>
                <a:ea typeface="Malgun Gothic" panose="020B0503020000020004" pitchFamily="34" charset="-127"/>
              </a:defRPr>
            </a:lvl1pPr>
          </a:lstStyle>
          <a:p>
            <a:r>
              <a:rPr lang="ko"/>
              <a:t>샘플 바닥글 텍스트</a:t>
            </a:r>
            <a:endParaRPr lang="en-US" dirty="0"/>
          </a:p>
        </p:txBody>
      </p:sp>
      <p:sp>
        <p:nvSpPr>
          <p:cNvPr id="4" name="날짜 개체 틀 3">
            <a:extLst>
              <a:ext uri="{FF2B5EF4-FFF2-40B4-BE49-F238E27FC236}">
                <a16:creationId xmlns:a16="http://schemas.microsoft.com/office/drawing/2014/main" id="{0B9485D1-E172-8F0A-A425-3097B3ABCFB4}"/>
              </a:ext>
            </a:extLst>
          </p:cNvPr>
          <p:cNvSpPr>
            <a:spLocks noGrp="1"/>
          </p:cNvSpPr>
          <p:nvPr>
            <p:ph type="dt" sz="half" idx="10"/>
          </p:nvPr>
        </p:nvSpPr>
        <p:spPr>
          <a:xfrm rot="16200000">
            <a:off x="-532352" y="5260879"/>
            <a:ext cx="1494475" cy="429768"/>
          </a:xfrm>
        </p:spPr>
        <p:txBody>
          <a:bodyPr rtlCol="0"/>
          <a:lstStyle>
            <a:lvl1pPr>
              <a:defRPr>
                <a:solidFill>
                  <a:schemeClr val="bg1"/>
                </a:solidFill>
              </a:defRPr>
            </a:lvl1pPr>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CC057153-B650-4DEB-B370-79DDCFDCE934}" type="slidenum">
              <a:rPr lang="en-US" smtClean="0"/>
              <a:pPr/>
              <a:t>‹#›</a:t>
            </a:fld>
            <a:endParaRPr lang="en-US" dirty="0"/>
          </a:p>
        </p:txBody>
      </p:sp>
      <p:cxnSp>
        <p:nvCxnSpPr>
          <p:cNvPr id="3" name="직선 연결선(S) 2">
            <a:extLst>
              <a:ext uri="{FF2B5EF4-FFF2-40B4-BE49-F238E27FC236}">
                <a16:creationId xmlns:a16="http://schemas.microsoft.com/office/drawing/2014/main" id="{A329D384-6BDA-A5B3-C1ED-7DADE9654365}"/>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내용 개체 틀 6">
            <a:extLst>
              <a:ext uri="{FF2B5EF4-FFF2-40B4-BE49-F238E27FC236}">
                <a16:creationId xmlns:a16="http://schemas.microsoft.com/office/drawing/2014/main" id="{349BFD2E-FBA7-08CA-139F-3F60185F32DE}"/>
              </a:ext>
            </a:extLst>
          </p:cNvPr>
          <p:cNvSpPr>
            <a:spLocks noGrp="1"/>
          </p:cNvSpPr>
          <p:nvPr>
            <p:ph sz="quarter" idx="14" hasCustomPrompt="1"/>
          </p:nvPr>
        </p:nvSpPr>
        <p:spPr>
          <a:xfrm>
            <a:off x="612775" y="3971109"/>
            <a:ext cx="8430639" cy="2251892"/>
          </a:xfrm>
          <a:prstGeom prst="rect">
            <a:avLst/>
          </a:prstGeom>
        </p:spPr>
        <p:txBody>
          <a:bodyPr rtlCol="0" anchor="b">
            <a:normAutofit/>
          </a:bodyPr>
          <a:lstStyle>
            <a:lvl1pPr marL="0" indent="0">
              <a:buNone/>
              <a:defRPr sz="1400">
                <a:solidFill>
                  <a:schemeClr val="tx1"/>
                </a:solidFill>
                <a:latin typeface="Malgun Gothic" panose="020B0503020000020004" pitchFamily="34" charset="-127"/>
                <a:ea typeface="Malgun Gothic" panose="020B0503020000020004" pitchFamily="34" charset="-127"/>
              </a:defRPr>
            </a:lvl1pPr>
            <a:lvl2pPr marL="228600" indent="0">
              <a:buNone/>
              <a:defRPr sz="1400">
                <a:solidFill>
                  <a:schemeClr val="tx1"/>
                </a:solidFill>
                <a:latin typeface="Malgun Gothic" panose="020B0503020000020004" pitchFamily="34" charset="-127"/>
                <a:ea typeface="Malgun Gothic" panose="020B0503020000020004" pitchFamily="34" charset="-127"/>
              </a:defRPr>
            </a:lvl2pPr>
            <a:lvl3pPr marL="457200" indent="0">
              <a:buNone/>
              <a:defRPr sz="1400">
                <a:solidFill>
                  <a:schemeClr val="tx1"/>
                </a:solidFill>
                <a:latin typeface="Malgun Gothic" panose="020B0503020000020004" pitchFamily="34" charset="-127"/>
                <a:ea typeface="Malgun Gothic" panose="020B0503020000020004" pitchFamily="34" charset="-127"/>
              </a:defRPr>
            </a:lvl3pPr>
            <a:lvl4pPr marL="685800" indent="0">
              <a:buNone/>
              <a:defRPr sz="1400">
                <a:solidFill>
                  <a:schemeClr val="tx1"/>
                </a:solidFill>
                <a:latin typeface="Malgun Gothic" panose="020B0503020000020004" pitchFamily="34" charset="-127"/>
                <a:ea typeface="Malgun Gothic" panose="020B0503020000020004" pitchFamily="34" charset="-127"/>
              </a:defRPr>
            </a:lvl4pPr>
            <a:lvl5pPr marL="914400" indent="0">
              <a:buNone/>
              <a:defRPr sz="1400">
                <a:solidFill>
                  <a:schemeClr val="tx1"/>
                </a:solidFill>
                <a:latin typeface="Malgun Gothic" panose="020B0503020000020004" pitchFamily="34" charset="-127"/>
                <a:ea typeface="Malgun Gothic" panose="020B0503020000020004" pitchFamily="34" charset="-127"/>
              </a:defRPr>
            </a:lvl5pPr>
          </a:lstStyle>
          <a:p>
            <a:pPr lvl="0" rtl="0"/>
            <a:r>
              <a:rPr lang="ko"/>
              <a:t>클릭하여 마스터 텍스트 스타일 편집</a:t>
            </a:r>
          </a:p>
          <a:p>
            <a:pPr lvl="1" rtl="0"/>
            <a:r>
              <a:rPr lang="ko"/>
              <a:t>둘째 수준</a:t>
            </a:r>
          </a:p>
          <a:p>
            <a:pPr lvl="2" rtl="0"/>
            <a:r>
              <a:rPr lang="ko"/>
              <a:t>셋째 수준</a:t>
            </a:r>
          </a:p>
          <a:p>
            <a:pPr lvl="3" rtl="0"/>
            <a:r>
              <a:rPr lang="ko"/>
              <a:t>넷째 수준</a:t>
            </a:r>
          </a:p>
          <a:p>
            <a:pPr lvl="4" rtl="0"/>
            <a:r>
              <a:rPr lang="ko"/>
              <a:t>다섯째 수준</a:t>
            </a:r>
          </a:p>
        </p:txBody>
      </p:sp>
    </p:spTree>
    <p:extLst>
      <p:ext uri="{BB962C8B-B14F-4D97-AF65-F5344CB8AC3E}">
        <p14:creationId xmlns:p14="http://schemas.microsoft.com/office/powerpoint/2010/main" val="245796612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475BFB69-9245-EC58-F1DE-FEB625BD336A}"/>
              </a:ext>
            </a:extLst>
          </p:cNvPr>
          <p:cNvSpPr>
            <a:spLocks noGrp="1"/>
          </p:cNvSpPr>
          <p:nvPr>
            <p:ph type="title"/>
          </p:nvPr>
        </p:nvSpPr>
        <p:spPr>
          <a:xfrm>
            <a:off x="634030" y="634990"/>
            <a:ext cx="10923934" cy="755659"/>
          </a:xfrm>
          <a:prstGeom prst="rect">
            <a:avLst/>
          </a:prstGeom>
        </p:spPr>
        <p:txBody>
          <a:bodyPr vert="horz" lIns="91440" tIns="45720" rIns="91440" bIns="45720" rtlCol="0" anchor="t">
            <a:normAutofit/>
          </a:bodyPr>
          <a:lstStyle/>
          <a:p>
            <a:pPr rtl="0"/>
            <a:r>
              <a:rPr lang="ko"/>
              <a:t>마스터 제목 스타일 편집</a:t>
            </a:r>
            <a:endParaRPr lang="en-US" dirty="0"/>
          </a:p>
        </p:txBody>
      </p:sp>
      <p:sp>
        <p:nvSpPr>
          <p:cNvPr id="5" name="바닥글 개체 틀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2067304" y="2231454"/>
            <a:ext cx="4564376" cy="429768"/>
          </a:xfrm>
          <a:prstGeom prst="rect">
            <a:avLst/>
          </a:prstGeom>
        </p:spPr>
        <p:txBody>
          <a:bodyPr vert="horz" lIns="91440" tIns="45720" rIns="91440" bIns="45720" rtlCol="0" anchor="ctr">
            <a:normAutofit/>
          </a:bodyPr>
          <a:lstStyle>
            <a:lvl1pPr algn="r" rtl="0">
              <a:defRPr sz="800" b="0" i="0">
                <a:solidFill>
                  <a:schemeClr val="tx1"/>
                </a:solidFill>
                <a:latin typeface="Malgun Gothic" panose="020B0503020000020004" pitchFamily="34" charset="-127"/>
                <a:ea typeface="Malgun Gothic" panose="020B0503020000020004" pitchFamily="34" charset="-127"/>
              </a:defRPr>
            </a:lvl1pPr>
          </a:lstStyle>
          <a:p>
            <a:r>
              <a:rPr lang="ko"/>
              <a:t>샘플 바닥글 텍스트</a:t>
            </a:r>
            <a:endParaRPr lang="en-US" dirty="0"/>
          </a:p>
        </p:txBody>
      </p:sp>
      <p:sp>
        <p:nvSpPr>
          <p:cNvPr id="4" name="날짜 개체 틀 3">
            <a:extLst>
              <a:ext uri="{FF2B5EF4-FFF2-40B4-BE49-F238E27FC236}">
                <a16:creationId xmlns:a16="http://schemas.microsoft.com/office/drawing/2014/main" id="{3995753E-AF8A-7E04-8A1A-205B755A0215}"/>
              </a:ext>
            </a:extLst>
          </p:cNvPr>
          <p:cNvSpPr>
            <a:spLocks noGrp="1"/>
          </p:cNvSpPr>
          <p:nvPr>
            <p:ph type="dt" sz="half" idx="2"/>
          </p:nvPr>
        </p:nvSpPr>
        <p:spPr>
          <a:xfrm rot="16200000">
            <a:off x="-532352" y="5260879"/>
            <a:ext cx="1494475" cy="429768"/>
          </a:xfrm>
          <a:prstGeom prst="rect">
            <a:avLst/>
          </a:prstGeom>
        </p:spPr>
        <p:txBody>
          <a:bodyPr vert="horz" lIns="91440" tIns="45720" rIns="91440" bIns="45720" rtlCol="0" anchor="ctr"/>
          <a:lstStyle>
            <a:lvl1pPr algn="l" rtl="0">
              <a:defRPr sz="800" b="0" i="0">
                <a:solidFill>
                  <a:schemeClr val="tx1"/>
                </a:solidFill>
                <a:latin typeface="+mn-lt"/>
                <a:ea typeface="Batang" panose="02030600000101010101" pitchFamily="18" charset="-127"/>
              </a:defRPr>
            </a:lvl1pPr>
          </a:lstStyle>
          <a:p>
            <a:pPr rtl="0"/>
            <a:r>
              <a:rPr lang="en-US"/>
              <a:t>2025년 8월 18일</a:t>
            </a:r>
            <a:endParaRPr lang="en-US" dirty="0"/>
          </a:p>
        </p:txBody>
      </p:sp>
      <p:sp>
        <p:nvSpPr>
          <p:cNvPr id="6" name="슬라이드 번호 개체 틀 5">
            <a:extLst>
              <a:ext uri="{FF2B5EF4-FFF2-40B4-BE49-F238E27FC236}">
                <a16:creationId xmlns:a16="http://schemas.microsoft.com/office/drawing/2014/main" id="{7AC1647D-0DF0-CA1B-F723-EF7B8F508DB7}"/>
              </a:ext>
            </a:extLst>
          </p:cNvPr>
          <p:cNvSpPr>
            <a:spLocks noGrp="1"/>
          </p:cNvSpPr>
          <p:nvPr>
            <p:ph type="sldNum" sz="quarter" idx="4"/>
          </p:nvPr>
        </p:nvSpPr>
        <p:spPr>
          <a:xfrm>
            <a:off x="2" y="6492513"/>
            <a:ext cx="429207" cy="365125"/>
          </a:xfrm>
          <a:prstGeom prst="rect">
            <a:avLst/>
          </a:prstGeom>
        </p:spPr>
        <p:txBody>
          <a:bodyPr vert="horz" lIns="91440" tIns="45720" rIns="91440" bIns="45720" rtlCol="0" anchor="ctr"/>
          <a:lstStyle>
            <a:lvl1pPr algn="ctr" rtl="0">
              <a:defRPr sz="800" b="0" i="0">
                <a:solidFill>
                  <a:schemeClr val="tx1"/>
                </a:solidFill>
                <a:latin typeface="+mn-lt"/>
                <a:ea typeface="Batang" panose="02030600000101010101" pitchFamily="18" charset="-127"/>
              </a:defRPr>
            </a:lvl1pPr>
          </a:lstStyle>
          <a:p>
            <a:pPr rtl="0"/>
            <a:fld id="{CC057153-B650-4DEB-B370-79DDCFDCE934}" type="slidenum">
              <a:rPr lang="en-US" smtClean="0"/>
              <a:pPr/>
              <a:t>‹#›</a:t>
            </a:fld>
            <a:endParaRPr lang="en-US" dirty="0"/>
          </a:p>
        </p:txBody>
      </p:sp>
      <p:sp>
        <p:nvSpPr>
          <p:cNvPr id="9" name="텍스트 개체 틀 2">
            <a:extLst>
              <a:ext uri="{FF2B5EF4-FFF2-40B4-BE49-F238E27FC236}">
                <a16:creationId xmlns:a16="http://schemas.microsoft.com/office/drawing/2014/main" id="{65102932-722B-3E65-A301-BE5A2490CA12}"/>
              </a:ext>
            </a:extLst>
          </p:cNvPr>
          <p:cNvSpPr>
            <a:spLocks noGrp="1"/>
          </p:cNvSpPr>
          <p:nvPr>
            <p:ph type="body" idx="1"/>
          </p:nvPr>
        </p:nvSpPr>
        <p:spPr>
          <a:xfrm>
            <a:off x="634030" y="1537958"/>
            <a:ext cx="10923934" cy="4685042"/>
          </a:xfrm>
          <a:prstGeom prst="rect">
            <a:avLst/>
          </a:prstGeom>
        </p:spPr>
        <p:txBody>
          <a:bodyPr vert="horz" lIns="91440" tIns="45720" rIns="91440" bIns="45720" rtlCol="0">
            <a:normAutofit/>
          </a:body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Tree>
    <p:extLst>
      <p:ext uri="{BB962C8B-B14F-4D97-AF65-F5344CB8AC3E}">
        <p14:creationId xmlns:p14="http://schemas.microsoft.com/office/powerpoint/2010/main" val="3137627104"/>
      </p:ext>
    </p:extLst>
  </p:cSld>
  <p:clrMap bg1="lt1" tx1="dk1" bg2="lt2" tx2="dk2" accent1="accent1" accent2="accent2" accent3="accent3" accent4="accent4" accent5="accent5" accent6="accent6" hlink="hlink" folHlink="folHlink"/>
  <p:sldLayoutIdLst>
    <p:sldLayoutId id="2147483815" r:id="rId1"/>
    <p:sldLayoutId id="2147483766" r:id="rId2"/>
    <p:sldLayoutId id="2147483816" r:id="rId3"/>
    <p:sldLayoutId id="2147483765" r:id="rId4"/>
    <p:sldLayoutId id="2147483768" r:id="rId5"/>
    <p:sldLayoutId id="2147483769" r:id="rId6"/>
    <p:sldLayoutId id="2147483770" r:id="rId7"/>
    <p:sldLayoutId id="2147483771" r:id="rId8"/>
    <p:sldLayoutId id="2147483772" r:id="rId9"/>
    <p:sldLayoutId id="2147483821"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 id="2147483794" r:id="rId30"/>
    <p:sldLayoutId id="2147483795" r:id="rId31"/>
    <p:sldLayoutId id="2147483796" r:id="rId32"/>
    <p:sldLayoutId id="2147483797" r:id="rId33"/>
    <p:sldLayoutId id="2147483817" r:id="rId34"/>
    <p:sldLayoutId id="2147483782" r:id="rId35"/>
    <p:sldLayoutId id="2147483798" r:id="rId36"/>
    <p:sldLayoutId id="2147483799" r:id="rId37"/>
    <p:sldLayoutId id="2147483800" r:id="rId38"/>
    <p:sldLayoutId id="2147483801" r:id="rId39"/>
    <p:sldLayoutId id="2147483803" r:id="rId40"/>
    <p:sldLayoutId id="2147483819" r:id="rId41"/>
    <p:sldLayoutId id="2147483820" r:id="rId42"/>
    <p:sldLayoutId id="2147483804" r:id="rId43"/>
    <p:sldLayoutId id="2147483805" r:id="rId44"/>
    <p:sldLayoutId id="2147483806" r:id="rId45"/>
    <p:sldLayoutId id="2147483807" r:id="rId46"/>
    <p:sldLayoutId id="2147483808" r:id="rId47"/>
    <p:sldLayoutId id="2147483809" r:id="rId48"/>
    <p:sldLayoutId id="2147483810" r:id="rId49"/>
    <p:sldLayoutId id="2147483811" r:id="rId50"/>
    <p:sldLayoutId id="2147483812" r:id="rId51"/>
    <p:sldLayoutId id="2147483813" r:id="rId52"/>
    <p:sldLayoutId id="2147483814" r:id="rId53"/>
  </p:sldLayoutIdLst>
  <p:hf hdr="0"/>
  <p:txStyles>
    <p:titleStyle>
      <a:lvl1pPr algn="l" defTabSz="914400" rtl="0" eaLnBrk="1" latinLnBrk="0" hangingPunct="1">
        <a:lnSpc>
          <a:spcPct val="90000"/>
        </a:lnSpc>
        <a:spcBef>
          <a:spcPct val="0"/>
        </a:spcBef>
        <a:buNone/>
        <a:defRPr sz="3600" b="0" i="0" kern="1200" cap="all" baseline="0">
          <a:solidFill>
            <a:schemeClr val="tx1"/>
          </a:solidFill>
          <a:latin typeface="Malgun Gothic" panose="020B0503020000020004" pitchFamily="34" charset="-127"/>
          <a:ea typeface="Malgun Gothic" panose="020B0503020000020004" pitchFamily="34" charset="-127"/>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algun Gothic" panose="020B0503020000020004" pitchFamily="34" charset="-127"/>
          <a:ea typeface="Malgun Gothic" panose="020B0503020000020004" pitchFamily="34" charset="-127"/>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algun Gothic" panose="020B0503020000020004" pitchFamily="34" charset="-127"/>
          <a:ea typeface="Malgun Gothic" panose="020B0503020000020004" pitchFamily="34" charset="-127"/>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algun Gothic" panose="020B0503020000020004" pitchFamily="34" charset="-127"/>
          <a:ea typeface="Malgun Gothic" panose="020B0503020000020004" pitchFamily="34" charset="-127"/>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algun Gothic" panose="020B0503020000020004" pitchFamily="34" charset="-127"/>
          <a:ea typeface="Malgun Gothic" panose="020B0503020000020004" pitchFamily="34" charset="-127"/>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algun Gothic" panose="020B0503020000020004" pitchFamily="34" charset="-127"/>
          <a:ea typeface="Malgun Gothic" panose="020B0503020000020004" pitchFamily="34"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C12CC-E03C-1876-E49D-9C94DDE889B6}"/>
              </a:ext>
            </a:extLst>
          </p:cNvPr>
          <p:cNvSpPr>
            <a:spLocks noGrp="1"/>
          </p:cNvSpPr>
          <p:nvPr>
            <p:ph type="ctrTitle"/>
          </p:nvPr>
        </p:nvSpPr>
        <p:spPr>
          <a:xfrm>
            <a:off x="612648" y="1373807"/>
            <a:ext cx="3892269" cy="3331896"/>
          </a:xfrm>
        </p:spPr>
        <p:txBody>
          <a:bodyPr anchor="t">
            <a:normAutofit/>
          </a:bodyPr>
          <a:lstStyle/>
          <a:p>
            <a:r>
              <a:rPr lang="en-US"/>
              <a:t>AI가 일부 직업을 더 빠르게 대체하는 이유</a:t>
            </a:r>
          </a:p>
        </p:txBody>
      </p:sp>
      <p:sp>
        <p:nvSpPr>
          <p:cNvPr id="3" name="Subtitle 2">
            <a:extLst>
              <a:ext uri="{FF2B5EF4-FFF2-40B4-BE49-F238E27FC236}">
                <a16:creationId xmlns:a16="http://schemas.microsoft.com/office/drawing/2014/main" id="{F155BE07-0E0C-B22B-4BFC-26955E6C5ACA}"/>
              </a:ext>
            </a:extLst>
          </p:cNvPr>
          <p:cNvSpPr>
            <a:spLocks noGrp="1"/>
          </p:cNvSpPr>
          <p:nvPr>
            <p:ph type="subTitle" idx="1"/>
          </p:nvPr>
        </p:nvSpPr>
        <p:spPr>
          <a:xfrm>
            <a:off x="612649" y="4811646"/>
            <a:ext cx="3174160" cy="1411356"/>
          </a:xfrm>
        </p:spPr>
        <p:txBody>
          <a:bodyPr anchor="b">
            <a:normAutofit/>
          </a:bodyPr>
          <a:lstStyle/>
          <a:p>
            <a:r>
              <a:rPr lang="en-US"/>
              <a:t>인공지능 발전이 직업 변화에 미치는 영향 분석</a:t>
            </a:r>
          </a:p>
        </p:txBody>
      </p:sp>
      <p:sp>
        <p:nvSpPr>
          <p:cNvPr id="4" name="Footer Placeholder 3">
            <a:extLst>
              <a:ext uri="{FF2B5EF4-FFF2-40B4-BE49-F238E27FC236}">
                <a16:creationId xmlns:a16="http://schemas.microsoft.com/office/drawing/2014/main" id="{4BEDF199-5920-3DE9-E274-BD8D61AD2A20}"/>
              </a:ext>
            </a:extLst>
          </p:cNvPr>
          <p:cNvSpPr>
            <a:spLocks noGrp="1"/>
          </p:cNvSpPr>
          <p:nvPr>
            <p:ph type="ftr" sz="quarter" idx="15"/>
          </p:nvPr>
        </p:nvSpPr>
        <p:spPr>
          <a:xfrm rot="16200000">
            <a:off x="-2067733" y="2231455"/>
            <a:ext cx="4564378" cy="429768"/>
          </a:xfrm>
        </p:spPr>
        <p:txBody>
          <a:bodyPr anchor="ctr">
            <a:normAutofit/>
          </a:bodyPr>
          <a:lstStyle/>
          <a:p>
            <a:pPr>
              <a:spcAft>
                <a:spcPts val="600"/>
              </a:spcAft>
            </a:pPr>
            <a:r>
              <a:rPr lang="ko"/>
              <a:t>샘플 바닥글 텍스트</a:t>
            </a:r>
          </a:p>
        </p:txBody>
      </p:sp>
      <p:sp>
        <p:nvSpPr>
          <p:cNvPr id="5" name="Date Placeholder 4">
            <a:extLst>
              <a:ext uri="{FF2B5EF4-FFF2-40B4-BE49-F238E27FC236}">
                <a16:creationId xmlns:a16="http://schemas.microsoft.com/office/drawing/2014/main" id="{4EA52403-82B3-8ACB-B5B9-DA65337B4155}"/>
              </a:ext>
            </a:extLst>
          </p:cNvPr>
          <p:cNvSpPr>
            <a:spLocks noGrp="1"/>
          </p:cNvSpPr>
          <p:nvPr>
            <p:ph type="dt" sz="half" idx="14"/>
          </p:nvPr>
        </p:nvSpPr>
        <p:spPr>
          <a:xfrm rot="16200000">
            <a:off x="-537354" y="5265452"/>
            <a:ext cx="1494475" cy="420624"/>
          </a:xfrm>
        </p:spPr>
        <p:txBody>
          <a:bodyPr anchor="ctr">
            <a:normAutofit/>
          </a:bodyPr>
          <a:lstStyle/>
          <a:p>
            <a:pPr rtl="0">
              <a:spcAft>
                <a:spcPts val="600"/>
              </a:spcAft>
            </a:pPr>
            <a:r>
              <a:rPr lang="en-US"/>
              <a:t>2025년 8월 18일</a:t>
            </a:r>
          </a:p>
        </p:txBody>
      </p:sp>
      <p:sp>
        <p:nvSpPr>
          <p:cNvPr id="6" name="Slide Number Placeholder 5">
            <a:extLst>
              <a:ext uri="{FF2B5EF4-FFF2-40B4-BE49-F238E27FC236}">
                <a16:creationId xmlns:a16="http://schemas.microsoft.com/office/drawing/2014/main" id="{C60E2F65-8268-098B-4E38-F9B49DF3484B}"/>
              </a:ext>
            </a:extLst>
          </p:cNvPr>
          <p:cNvSpPr>
            <a:spLocks noGrp="1"/>
          </p:cNvSpPr>
          <p:nvPr>
            <p:ph type="sldNum" sz="quarter" idx="16"/>
          </p:nvPr>
        </p:nvSpPr>
        <p:spPr>
          <a:xfrm>
            <a:off x="-429" y="6492875"/>
            <a:ext cx="429207" cy="365125"/>
          </a:xfrm>
        </p:spPr>
        <p:txBody>
          <a:bodyPr anchor="ctr">
            <a:normAutofit/>
          </a:bodyPr>
          <a:lstStyle/>
          <a:p>
            <a:pPr rtl="0">
              <a:spcAft>
                <a:spcPts val="600"/>
              </a:spcAft>
            </a:pPr>
            <a:fld id="{AEAA3239-9EA4-4A65-A281-97F994456D9F}" type="slidenum">
              <a:rPr lang="en-US" smtClean="0"/>
              <a:pPr rtl="0">
                <a:spcAft>
                  <a:spcPts val="600"/>
                </a:spcAft>
              </a:pPr>
              <a:t>1</a:t>
            </a:fld>
            <a:endParaRPr lang="en-US"/>
          </a:p>
        </p:txBody>
      </p:sp>
      <p:pic>
        <p:nvPicPr>
          <p:cNvPr id="8" name="Picture Placeholder 7" descr="뇌 모양의 회로의 각도 보기">
            <a:extLst>
              <a:ext uri="{FF2B5EF4-FFF2-40B4-BE49-F238E27FC236}">
                <a16:creationId xmlns:a16="http://schemas.microsoft.com/office/drawing/2014/main" id="{EF69DBD0-31BB-448C-A60C-D77BBBEC1DF5}"/>
              </a:ext>
            </a:extLst>
          </p:cNvPr>
          <p:cNvPicPr>
            <a:picLocks noGrp="1" noChangeAspect="1"/>
          </p:cNvPicPr>
          <p:nvPr>
            <p:ph type="pic" sz="quarter" idx="13"/>
          </p:nvPr>
        </p:nvPicPr>
        <p:blipFill>
          <a:blip r:embed="rId3"/>
          <a:srcRect l="13995" r="13995"/>
          <a:stretch/>
        </p:blipFill>
        <p:spPr>
          <a:xfrm>
            <a:off x="5111683" y="0"/>
            <a:ext cx="7080208"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noFill/>
        </p:spPr>
      </p:pic>
    </p:spTree>
    <p:extLst>
      <p:ext uri="{BB962C8B-B14F-4D97-AF65-F5344CB8AC3E}">
        <p14:creationId xmlns:p14="http://schemas.microsoft.com/office/powerpoint/2010/main" val="419293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53B56-90B1-86FB-E694-CBA9305731B3}"/>
              </a:ext>
            </a:extLst>
          </p:cNvPr>
          <p:cNvSpPr>
            <a:spLocks noGrp="1"/>
          </p:cNvSpPr>
          <p:nvPr>
            <p:ph type="ctrTitle"/>
          </p:nvPr>
        </p:nvSpPr>
        <p:spPr>
          <a:xfrm>
            <a:off x="612648" y="1001713"/>
            <a:ext cx="7909560" cy="5477510"/>
          </a:xfrm>
        </p:spPr>
        <p:txBody>
          <a:bodyPr anchor="b">
            <a:normAutofit/>
          </a:bodyPr>
          <a:lstStyle/>
          <a:p>
            <a:r>
              <a:rPr lang="en-US"/>
              <a:t>AI 도입 속도에 영향을 미치는 산업별 데이터 특성</a:t>
            </a:r>
          </a:p>
        </p:txBody>
      </p:sp>
      <p:sp>
        <p:nvSpPr>
          <p:cNvPr id="4" name="Footer Placeholder 3">
            <a:extLst>
              <a:ext uri="{FF2B5EF4-FFF2-40B4-BE49-F238E27FC236}">
                <a16:creationId xmlns:a16="http://schemas.microsoft.com/office/drawing/2014/main" id="{14983206-6A2E-4B61-6A27-B44F1E3958C2}"/>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ko"/>
              <a:t>샘플 바닥글 텍스트</a:t>
            </a:r>
          </a:p>
        </p:txBody>
      </p:sp>
      <p:sp>
        <p:nvSpPr>
          <p:cNvPr id="5" name="Date Placeholder 4">
            <a:extLst>
              <a:ext uri="{FF2B5EF4-FFF2-40B4-BE49-F238E27FC236}">
                <a16:creationId xmlns:a16="http://schemas.microsoft.com/office/drawing/2014/main" id="{BAF7B0DA-C0B2-BCF5-A3BA-E6002E651081}"/>
              </a:ext>
            </a:extLst>
          </p:cNvPr>
          <p:cNvSpPr>
            <a:spLocks noGrp="1"/>
          </p:cNvSpPr>
          <p:nvPr>
            <p:ph type="dt" sz="half" idx="10"/>
          </p:nvPr>
        </p:nvSpPr>
        <p:spPr>
          <a:xfrm rot="16200000">
            <a:off x="-532352" y="5260879"/>
            <a:ext cx="1494475" cy="429768"/>
          </a:xfrm>
        </p:spPr>
        <p:txBody>
          <a:bodyPr anchor="ctr">
            <a:normAutofit/>
          </a:bodyPr>
          <a:lstStyle/>
          <a:p>
            <a:pPr rtl="0">
              <a:spcAft>
                <a:spcPts val="600"/>
              </a:spcAft>
            </a:pPr>
            <a:r>
              <a:rPr lang="en-US"/>
              <a:t>2025년 8월 18일</a:t>
            </a:r>
          </a:p>
        </p:txBody>
      </p:sp>
      <p:sp>
        <p:nvSpPr>
          <p:cNvPr id="6" name="Slide Number Placeholder 5">
            <a:extLst>
              <a:ext uri="{FF2B5EF4-FFF2-40B4-BE49-F238E27FC236}">
                <a16:creationId xmlns:a16="http://schemas.microsoft.com/office/drawing/2014/main" id="{741B2720-52DF-12D5-FB1A-0CA8007CEE5F}"/>
              </a:ext>
            </a:extLst>
          </p:cNvPr>
          <p:cNvSpPr>
            <a:spLocks noGrp="1"/>
          </p:cNvSpPr>
          <p:nvPr>
            <p:ph type="sldNum" sz="quarter" idx="12"/>
          </p:nvPr>
        </p:nvSpPr>
        <p:spPr>
          <a:xfrm>
            <a:off x="2" y="6492513"/>
            <a:ext cx="429207" cy="365125"/>
          </a:xfrm>
        </p:spPr>
        <p:txBody>
          <a:bodyPr anchor="ctr">
            <a:normAutofit/>
          </a:bodyPr>
          <a:lstStyle/>
          <a:p>
            <a:pPr rtl="0">
              <a:spcAft>
                <a:spcPts val="600"/>
              </a:spcAft>
            </a:pPr>
            <a:fld id="{AEAA3239-9EA4-4A65-A281-97F994456D9F}" type="slidenum">
              <a:rPr lang="en-US" smtClean="0"/>
              <a:pPr rtl="0">
                <a:spcAft>
                  <a:spcPts val="600"/>
                </a:spcAft>
              </a:pPr>
              <a:t>2</a:t>
            </a:fld>
            <a:endParaRPr lang="en-US"/>
          </a:p>
        </p:txBody>
      </p:sp>
    </p:spTree>
    <p:extLst>
      <p:ext uri="{BB962C8B-B14F-4D97-AF65-F5344CB8AC3E}">
        <p14:creationId xmlns:p14="http://schemas.microsoft.com/office/powerpoint/2010/main" val="22058899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C7C2B-CEB4-3A94-85EF-690B5DCD1DCD}"/>
              </a:ext>
            </a:extLst>
          </p:cNvPr>
          <p:cNvSpPr>
            <a:spLocks noGrp="1"/>
          </p:cNvSpPr>
          <p:nvPr>
            <p:ph type="title"/>
          </p:nvPr>
        </p:nvSpPr>
        <p:spPr>
          <a:xfrm>
            <a:off x="7094553" y="634999"/>
            <a:ext cx="4477512" cy="1328932"/>
          </a:xfrm>
        </p:spPr>
        <p:txBody>
          <a:bodyPr anchor="t">
            <a:normAutofit/>
          </a:bodyPr>
          <a:lstStyle/>
          <a:p>
            <a:r>
              <a:rPr lang="en-US"/>
              <a:t>데이터가 풍부한 산업 vs 부족한 산업</a:t>
            </a:r>
          </a:p>
        </p:txBody>
      </p:sp>
      <p:sp>
        <p:nvSpPr>
          <p:cNvPr id="3" name="Footer Placeholder 2">
            <a:extLst>
              <a:ext uri="{FF2B5EF4-FFF2-40B4-BE49-F238E27FC236}">
                <a16:creationId xmlns:a16="http://schemas.microsoft.com/office/drawing/2014/main" id="{117B4F0C-6E46-FE0D-42FC-FBEB47DA78C1}"/>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ko"/>
              <a:t>샘플 바닥글 텍스트</a:t>
            </a:r>
          </a:p>
        </p:txBody>
      </p:sp>
      <p:sp>
        <p:nvSpPr>
          <p:cNvPr id="4" name="Date Placeholder 3">
            <a:extLst>
              <a:ext uri="{FF2B5EF4-FFF2-40B4-BE49-F238E27FC236}">
                <a16:creationId xmlns:a16="http://schemas.microsoft.com/office/drawing/2014/main" id="{83F90CBE-2873-442D-8637-5E8BA2892AEC}"/>
              </a:ext>
            </a:extLst>
          </p:cNvPr>
          <p:cNvSpPr>
            <a:spLocks noGrp="1"/>
          </p:cNvSpPr>
          <p:nvPr>
            <p:ph type="dt" sz="half" idx="10"/>
          </p:nvPr>
        </p:nvSpPr>
        <p:spPr>
          <a:xfrm rot="16200000">
            <a:off x="-531666" y="5260191"/>
            <a:ext cx="1493097" cy="429768"/>
          </a:xfrm>
        </p:spPr>
        <p:txBody>
          <a:bodyPr anchor="ctr">
            <a:normAutofit/>
          </a:bodyPr>
          <a:lstStyle/>
          <a:p>
            <a:pPr rtl="0">
              <a:spcAft>
                <a:spcPts val="600"/>
              </a:spcAft>
            </a:pPr>
            <a:r>
              <a:rPr lang="en-US"/>
              <a:t>2025년 8월 18일</a:t>
            </a:r>
          </a:p>
        </p:txBody>
      </p:sp>
      <p:sp>
        <p:nvSpPr>
          <p:cNvPr id="5" name="Slide Number Placeholder 4">
            <a:extLst>
              <a:ext uri="{FF2B5EF4-FFF2-40B4-BE49-F238E27FC236}">
                <a16:creationId xmlns:a16="http://schemas.microsoft.com/office/drawing/2014/main" id="{AA63E98C-4FC1-7EF7-C56A-7C21DACA43EC}"/>
              </a:ext>
            </a:extLst>
          </p:cNvPr>
          <p:cNvSpPr>
            <a:spLocks noGrp="1"/>
          </p:cNvSpPr>
          <p:nvPr>
            <p:ph type="sldNum" sz="quarter" idx="12"/>
          </p:nvPr>
        </p:nvSpPr>
        <p:spPr>
          <a:xfrm>
            <a:off x="2" y="6492513"/>
            <a:ext cx="429207" cy="365125"/>
          </a:xfrm>
        </p:spPr>
        <p:txBody>
          <a:bodyPr anchor="ctr">
            <a:normAutofit/>
          </a:bodyPr>
          <a:lstStyle/>
          <a:p>
            <a:pPr rtl="0">
              <a:spcAft>
                <a:spcPts val="600"/>
              </a:spcAft>
            </a:pPr>
            <a:fld id="{CC057153-B650-4DEB-B370-79DDCFDCE934}" type="slidenum">
              <a:rPr lang="en-US" smtClean="0"/>
              <a:pPr rtl="0">
                <a:spcAft>
                  <a:spcPts val="600"/>
                </a:spcAft>
              </a:pPr>
              <a:t>3</a:t>
            </a:fld>
            <a:endParaRPr lang="en-US"/>
          </a:p>
        </p:txBody>
      </p:sp>
      <p:pic>
        <p:nvPicPr>
          <p:cNvPr id="8" name="Content Placeholder 7" descr="클로즈업 인공 지능 기술 두뇌 배경">
            <a:extLst>
              <a:ext uri="{FF2B5EF4-FFF2-40B4-BE49-F238E27FC236}">
                <a16:creationId xmlns:a16="http://schemas.microsoft.com/office/drawing/2014/main" id="{1526E310-323B-40D4-BD78-D997FBD45974}"/>
              </a:ext>
            </a:extLst>
          </p:cNvPr>
          <p:cNvPicPr>
            <a:picLocks noGrp="1" noChangeAspect="1"/>
          </p:cNvPicPr>
          <p:nvPr>
            <p:ph type="pic" sz="quarter" idx="13"/>
          </p:nvPr>
        </p:nvPicPr>
        <p:blipFill>
          <a:blip r:embed="rId3"/>
          <a:srcRect l="43125" r="-1" b="-1"/>
          <a:stretch>
            <a:fillRect/>
          </a:stretch>
        </p:blipFill>
        <p:spPr>
          <a:xfrm>
            <a:off x="609599" y="10"/>
            <a:ext cx="5843502" cy="6857990"/>
          </a:xfrm>
          <a:prstGeom prst="rect">
            <a:avLst/>
          </a:prstGeom>
          <a:noFill/>
        </p:spPr>
      </p:pic>
      <p:sp>
        <p:nvSpPr>
          <p:cNvPr id="7" name="Content Placeholder 6">
            <a:extLst>
              <a:ext uri="{FF2B5EF4-FFF2-40B4-BE49-F238E27FC236}">
                <a16:creationId xmlns:a16="http://schemas.microsoft.com/office/drawing/2014/main" id="{849C4441-021F-A75A-A3FF-82CB492BA6F1}"/>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94553" y="2110570"/>
            <a:ext cx="4477512" cy="4282573"/>
          </a:xfrm>
        </p:spPr>
        <p:txBody>
          <a:bodyPr>
            <a:normAutofit/>
          </a:bodyPr>
          <a:lstStyle/>
          <a:p>
            <a:pPr marL="0" indent="0">
              <a:spcBef>
                <a:spcPts val="2500"/>
              </a:spcBef>
              <a:buFont typeface="Arial" panose="020B0604020202020204" pitchFamily="34" charset="0"/>
              <a:buNone/>
            </a:pPr>
            <a:r>
              <a:rPr lang="ko-KR" altLang="en-US" b="1"/>
              <a:t>데이터 풍부한 산업의 </a:t>
            </a:r>
            <a:r>
              <a:rPr lang="en-US" b="1"/>
              <a:t>AI </a:t>
            </a:r>
            <a:r>
              <a:rPr lang="ko-KR" altLang="en-US" b="1"/>
              <a:t>적용</a:t>
            </a:r>
          </a:p>
          <a:p>
            <a:pPr marL="0" lvl="1" indent="0">
              <a:buFont typeface="Arial" panose="020B0604020202020204" pitchFamily="34" charset="0"/>
              <a:buNone/>
            </a:pPr>
            <a:r>
              <a:t>금융과 고객지원은 풍부한 데이터로 AI 자동화와 효율화가 빠르게 진행되어 비용 절감과 서비스 개선에 기여한다.</a:t>
            </a:r>
            <a:endParaRPr lang="ko-KR" altLang="en-US"/>
          </a:p>
          <a:p>
            <a:pPr marL="0" indent="0">
              <a:spcBef>
                <a:spcPts val="2500"/>
              </a:spcBef>
              <a:buFont typeface="Arial" panose="020B0604020202020204" pitchFamily="34" charset="0"/>
              <a:buNone/>
            </a:pPr>
            <a:r>
              <a:rPr lang="ko-KR" altLang="en-US" b="1"/>
              <a:t>데이터 부족 산업의 </a:t>
            </a:r>
            <a:r>
              <a:rPr lang="en-US" b="1"/>
              <a:t>AI </a:t>
            </a:r>
            <a:r>
              <a:rPr lang="ko-KR" altLang="en-US" b="1"/>
              <a:t>도전</a:t>
            </a:r>
          </a:p>
          <a:p>
            <a:pPr marL="0" lvl="1" indent="0">
              <a:buFont typeface="Arial" panose="020B0604020202020204" pitchFamily="34" charset="0"/>
              <a:buNone/>
            </a:pPr>
            <a:r>
              <a:t>의료, 건설, 교육 산업은 데이터 부족과 법적 제한으로 AI 도입과 학습에 어려움을 겪어 발전 속도가 느리다.</a:t>
            </a:r>
            <a:endParaRPr lang="ko-KR" altLang="en-US"/>
          </a:p>
          <a:p>
            <a:pPr marL="0" indent="0">
              <a:spcBef>
                <a:spcPts val="2500"/>
              </a:spcBef>
              <a:buFont typeface="Arial" panose="020B0604020202020204" pitchFamily="34" charset="0"/>
              <a:buNone/>
            </a:pPr>
            <a:r>
              <a:rPr lang="ko-KR" altLang="en-US" b="1"/>
              <a:t>법적 규제와 데이터 접근</a:t>
            </a:r>
          </a:p>
          <a:p>
            <a:pPr marL="0" lvl="1" indent="0">
              <a:buFont typeface="Arial" panose="020B0604020202020204" pitchFamily="34" charset="0"/>
              <a:buNone/>
            </a:pPr>
            <a:r>
              <a:t>HIPAA와 FERPA 같은 개인정보 보호법은 의료와 교육 분야에서 데이터 공유를 제한하여 AI 활용을 제한한다.</a:t>
            </a:r>
            <a:endParaRPr lang="en-US"/>
          </a:p>
        </p:txBody>
      </p:sp>
    </p:spTree>
    <p:extLst>
      <p:ext uri="{BB962C8B-B14F-4D97-AF65-F5344CB8AC3E}">
        <p14:creationId xmlns:p14="http://schemas.microsoft.com/office/powerpoint/2010/main" val="6139173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77D85-4F39-83FB-42FF-DC6ADDA627CF}"/>
              </a:ext>
            </a:extLst>
          </p:cNvPr>
          <p:cNvSpPr>
            <a:spLocks noGrp="1"/>
          </p:cNvSpPr>
          <p:nvPr>
            <p:ph type="ctrTitle"/>
          </p:nvPr>
        </p:nvSpPr>
        <p:spPr>
          <a:xfrm>
            <a:off x="612648" y="1001713"/>
            <a:ext cx="7909560" cy="5477510"/>
          </a:xfrm>
        </p:spPr>
        <p:txBody>
          <a:bodyPr anchor="b">
            <a:normAutofit/>
          </a:bodyPr>
          <a:lstStyle/>
          <a:p>
            <a:r>
              <a:rPr lang="en-US"/>
              <a:t>AI가 빠르게 대체하는 직업들</a:t>
            </a:r>
          </a:p>
        </p:txBody>
      </p:sp>
      <p:sp>
        <p:nvSpPr>
          <p:cNvPr id="4" name="Footer Placeholder 3">
            <a:extLst>
              <a:ext uri="{FF2B5EF4-FFF2-40B4-BE49-F238E27FC236}">
                <a16:creationId xmlns:a16="http://schemas.microsoft.com/office/drawing/2014/main" id="{7CF21C6E-B370-2788-CD05-E8DCBCA92A73}"/>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ko"/>
              <a:t>샘플 바닥글 텍스트</a:t>
            </a:r>
          </a:p>
        </p:txBody>
      </p:sp>
      <p:sp>
        <p:nvSpPr>
          <p:cNvPr id="5" name="Date Placeholder 4">
            <a:extLst>
              <a:ext uri="{FF2B5EF4-FFF2-40B4-BE49-F238E27FC236}">
                <a16:creationId xmlns:a16="http://schemas.microsoft.com/office/drawing/2014/main" id="{00AED09B-9323-CC89-2F73-BF734224B846}"/>
              </a:ext>
            </a:extLst>
          </p:cNvPr>
          <p:cNvSpPr>
            <a:spLocks noGrp="1"/>
          </p:cNvSpPr>
          <p:nvPr>
            <p:ph type="dt" sz="half" idx="10"/>
          </p:nvPr>
        </p:nvSpPr>
        <p:spPr>
          <a:xfrm rot="16200000">
            <a:off x="-532352" y="5260879"/>
            <a:ext cx="1494475" cy="429768"/>
          </a:xfrm>
        </p:spPr>
        <p:txBody>
          <a:bodyPr anchor="ctr">
            <a:normAutofit/>
          </a:bodyPr>
          <a:lstStyle/>
          <a:p>
            <a:pPr rtl="0">
              <a:spcAft>
                <a:spcPts val="600"/>
              </a:spcAft>
            </a:pPr>
            <a:r>
              <a:rPr lang="en-US"/>
              <a:t>2025년 8월 18일</a:t>
            </a:r>
          </a:p>
        </p:txBody>
      </p:sp>
      <p:sp>
        <p:nvSpPr>
          <p:cNvPr id="6" name="Slide Number Placeholder 5">
            <a:extLst>
              <a:ext uri="{FF2B5EF4-FFF2-40B4-BE49-F238E27FC236}">
                <a16:creationId xmlns:a16="http://schemas.microsoft.com/office/drawing/2014/main" id="{53A41C01-ACBB-09BB-D146-1B06C579EDA9}"/>
              </a:ext>
            </a:extLst>
          </p:cNvPr>
          <p:cNvSpPr>
            <a:spLocks noGrp="1"/>
          </p:cNvSpPr>
          <p:nvPr>
            <p:ph type="sldNum" sz="quarter" idx="12"/>
          </p:nvPr>
        </p:nvSpPr>
        <p:spPr>
          <a:xfrm>
            <a:off x="2" y="6492513"/>
            <a:ext cx="429207" cy="365125"/>
          </a:xfrm>
        </p:spPr>
        <p:txBody>
          <a:bodyPr anchor="ctr">
            <a:normAutofit/>
          </a:bodyPr>
          <a:lstStyle/>
          <a:p>
            <a:pPr rtl="0">
              <a:spcAft>
                <a:spcPts val="600"/>
              </a:spcAft>
            </a:pPr>
            <a:fld id="{AEAA3239-9EA4-4A65-A281-97F994456D9F}" type="slidenum">
              <a:rPr lang="en-US" smtClean="0"/>
              <a:pPr rtl="0">
                <a:spcAft>
                  <a:spcPts val="600"/>
                </a:spcAft>
              </a:pPr>
              <a:t>4</a:t>
            </a:fld>
            <a:endParaRPr lang="en-US"/>
          </a:p>
        </p:txBody>
      </p:sp>
    </p:spTree>
    <p:extLst>
      <p:ext uri="{BB962C8B-B14F-4D97-AF65-F5344CB8AC3E}">
        <p14:creationId xmlns:p14="http://schemas.microsoft.com/office/powerpoint/2010/main" val="39940261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1732C-CA79-A125-5133-222B4C436A88}"/>
              </a:ext>
            </a:extLst>
          </p:cNvPr>
          <p:cNvSpPr>
            <a:spLocks noGrp="1"/>
          </p:cNvSpPr>
          <p:nvPr>
            <p:ph type="title"/>
          </p:nvPr>
        </p:nvSpPr>
        <p:spPr>
          <a:xfrm>
            <a:off x="612646" y="634991"/>
            <a:ext cx="11323505" cy="755659"/>
          </a:xfrm>
        </p:spPr>
        <p:txBody>
          <a:bodyPr anchor="t">
            <a:normAutofit/>
          </a:bodyPr>
          <a:lstStyle/>
          <a:p>
            <a:r>
              <a:rPr lang="en-US"/>
              <a:t>소프트웨어 개발, 고객지원, 금융 분야</a:t>
            </a:r>
          </a:p>
        </p:txBody>
      </p:sp>
      <p:sp>
        <p:nvSpPr>
          <p:cNvPr id="3" name="Footer Placeholder 2">
            <a:extLst>
              <a:ext uri="{FF2B5EF4-FFF2-40B4-BE49-F238E27FC236}">
                <a16:creationId xmlns:a16="http://schemas.microsoft.com/office/drawing/2014/main" id="{5960948C-06A0-F149-F480-D4117D161D35}"/>
              </a:ext>
            </a:extLst>
          </p:cNvPr>
          <p:cNvSpPr>
            <a:spLocks noGrp="1"/>
          </p:cNvSpPr>
          <p:nvPr>
            <p:ph type="ftr" sz="quarter" idx="11"/>
          </p:nvPr>
        </p:nvSpPr>
        <p:spPr>
          <a:xfrm rot="16200000">
            <a:off x="-2067304" y="2241964"/>
            <a:ext cx="4564376" cy="429768"/>
          </a:xfrm>
        </p:spPr>
        <p:txBody>
          <a:bodyPr anchor="ctr">
            <a:normAutofit/>
          </a:bodyPr>
          <a:lstStyle/>
          <a:p>
            <a:pPr>
              <a:spcAft>
                <a:spcPts val="600"/>
              </a:spcAft>
            </a:pPr>
            <a:r>
              <a:rPr lang="ko"/>
              <a:t>샘플 바닥글 텍스트</a:t>
            </a:r>
          </a:p>
        </p:txBody>
      </p:sp>
      <p:sp>
        <p:nvSpPr>
          <p:cNvPr id="4" name="Date Placeholder 3">
            <a:extLst>
              <a:ext uri="{FF2B5EF4-FFF2-40B4-BE49-F238E27FC236}">
                <a16:creationId xmlns:a16="http://schemas.microsoft.com/office/drawing/2014/main" id="{4711A9D7-9214-B335-4059-76C950C5E986}"/>
              </a:ext>
            </a:extLst>
          </p:cNvPr>
          <p:cNvSpPr>
            <a:spLocks noGrp="1"/>
          </p:cNvSpPr>
          <p:nvPr>
            <p:ph type="dt" sz="half" idx="10"/>
          </p:nvPr>
        </p:nvSpPr>
        <p:spPr>
          <a:xfrm rot="16200000">
            <a:off x="-532352" y="5260879"/>
            <a:ext cx="1494475" cy="429768"/>
          </a:xfrm>
        </p:spPr>
        <p:txBody>
          <a:bodyPr anchor="ctr">
            <a:normAutofit/>
          </a:bodyPr>
          <a:lstStyle/>
          <a:p>
            <a:pPr rtl="0">
              <a:spcAft>
                <a:spcPts val="600"/>
              </a:spcAft>
            </a:pPr>
            <a:r>
              <a:rPr lang="en-US"/>
              <a:t>2025년 8월 18일</a:t>
            </a:r>
          </a:p>
        </p:txBody>
      </p:sp>
      <p:sp>
        <p:nvSpPr>
          <p:cNvPr id="5" name="Slide Number Placeholder 4">
            <a:extLst>
              <a:ext uri="{FF2B5EF4-FFF2-40B4-BE49-F238E27FC236}">
                <a16:creationId xmlns:a16="http://schemas.microsoft.com/office/drawing/2014/main" id="{A8F82218-5CB6-E3CD-9BB9-69BE1B4980CC}"/>
              </a:ext>
            </a:extLst>
          </p:cNvPr>
          <p:cNvSpPr>
            <a:spLocks noGrp="1"/>
          </p:cNvSpPr>
          <p:nvPr>
            <p:ph type="sldNum" sz="quarter" idx="12"/>
          </p:nvPr>
        </p:nvSpPr>
        <p:spPr>
          <a:xfrm>
            <a:off x="2" y="6492513"/>
            <a:ext cx="429207" cy="365125"/>
          </a:xfrm>
        </p:spPr>
        <p:txBody>
          <a:bodyPr anchor="ctr">
            <a:normAutofit/>
          </a:bodyPr>
          <a:lstStyle/>
          <a:p>
            <a:pPr rtl="0">
              <a:spcAft>
                <a:spcPts val="600"/>
              </a:spcAft>
            </a:pPr>
            <a:fld id="{CC057153-B650-4DEB-B370-79DDCFDCE934}" type="slidenum">
              <a:rPr lang="en-US" smtClean="0"/>
              <a:pPr rtl="0">
                <a:spcAft>
                  <a:spcPts val="600"/>
                </a:spcAft>
              </a:pPr>
              <a:t>5</a:t>
            </a:fld>
            <a:endParaRPr lang="en-US"/>
          </a:p>
        </p:txBody>
      </p:sp>
      <p:graphicFrame>
        <p:nvGraphicFramePr>
          <p:cNvPr id="7" name="Content Placeholder 6">
            <a:extLst>
              <a:ext uri="{FF2B5EF4-FFF2-40B4-BE49-F238E27FC236}">
                <a16:creationId xmlns:a16="http://schemas.microsoft.com/office/drawing/2014/main" id="{8CB6D160-AC0C-451E-AC60-AC7462EB3978}"/>
              </a:ext>
            </a:extLst>
          </p:cNvPr>
          <p:cNvGraphicFramePr>
            <a:graphicFrameLocks noGrp="1"/>
          </p:cNvGraphicFramePr>
          <p:nvPr>
            <p:ph idx="1"/>
            <p:extLst>
              <p:ext uri="{D42A27DB-BD31-4B8C-83A1-F6EECF244321}">
                <p14:modId xmlns:p14="http://schemas.microsoft.com/office/powerpoint/2010/main" val="60571565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6" y="1572050"/>
          <a:ext cx="11323505" cy="4920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298577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AA085-F792-2178-8309-01C63CA9DF44}"/>
              </a:ext>
            </a:extLst>
          </p:cNvPr>
          <p:cNvSpPr>
            <a:spLocks noGrp="1"/>
          </p:cNvSpPr>
          <p:nvPr>
            <p:ph type="ctrTitle"/>
          </p:nvPr>
        </p:nvSpPr>
        <p:spPr>
          <a:xfrm>
            <a:off x="612648" y="1001713"/>
            <a:ext cx="7909560" cy="5477510"/>
          </a:xfrm>
        </p:spPr>
        <p:txBody>
          <a:bodyPr anchor="b">
            <a:normAutofit/>
          </a:bodyPr>
          <a:lstStyle/>
          <a:p>
            <a:r>
              <a:rPr lang="en-US"/>
              <a:t>AI 도입이 느린 산업의 특징</a:t>
            </a:r>
          </a:p>
        </p:txBody>
      </p:sp>
      <p:sp>
        <p:nvSpPr>
          <p:cNvPr id="4" name="Footer Placeholder 3">
            <a:extLst>
              <a:ext uri="{FF2B5EF4-FFF2-40B4-BE49-F238E27FC236}">
                <a16:creationId xmlns:a16="http://schemas.microsoft.com/office/drawing/2014/main" id="{1D7B4BEF-130C-FF62-8755-528A77EAC673}"/>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ko"/>
              <a:t>샘플 바닥글 텍스트</a:t>
            </a:r>
          </a:p>
        </p:txBody>
      </p:sp>
      <p:sp>
        <p:nvSpPr>
          <p:cNvPr id="5" name="Date Placeholder 4">
            <a:extLst>
              <a:ext uri="{FF2B5EF4-FFF2-40B4-BE49-F238E27FC236}">
                <a16:creationId xmlns:a16="http://schemas.microsoft.com/office/drawing/2014/main" id="{CC1C3111-141C-87E0-D2B1-B1DCC319F0CF}"/>
              </a:ext>
            </a:extLst>
          </p:cNvPr>
          <p:cNvSpPr>
            <a:spLocks noGrp="1"/>
          </p:cNvSpPr>
          <p:nvPr>
            <p:ph type="dt" sz="half" idx="10"/>
          </p:nvPr>
        </p:nvSpPr>
        <p:spPr>
          <a:xfrm rot="16200000">
            <a:off x="-532352" y="5260879"/>
            <a:ext cx="1494475" cy="429768"/>
          </a:xfrm>
        </p:spPr>
        <p:txBody>
          <a:bodyPr anchor="ctr">
            <a:normAutofit/>
          </a:bodyPr>
          <a:lstStyle/>
          <a:p>
            <a:pPr rtl="0">
              <a:spcAft>
                <a:spcPts val="600"/>
              </a:spcAft>
            </a:pPr>
            <a:r>
              <a:rPr lang="en-US"/>
              <a:t>2025년 8월 18일</a:t>
            </a:r>
          </a:p>
        </p:txBody>
      </p:sp>
      <p:sp>
        <p:nvSpPr>
          <p:cNvPr id="6" name="Slide Number Placeholder 5">
            <a:extLst>
              <a:ext uri="{FF2B5EF4-FFF2-40B4-BE49-F238E27FC236}">
                <a16:creationId xmlns:a16="http://schemas.microsoft.com/office/drawing/2014/main" id="{49DAE2B1-12D6-7F14-B280-C82E487BE486}"/>
              </a:ext>
            </a:extLst>
          </p:cNvPr>
          <p:cNvSpPr>
            <a:spLocks noGrp="1"/>
          </p:cNvSpPr>
          <p:nvPr>
            <p:ph type="sldNum" sz="quarter" idx="12"/>
          </p:nvPr>
        </p:nvSpPr>
        <p:spPr>
          <a:xfrm>
            <a:off x="2" y="6492513"/>
            <a:ext cx="429207" cy="365125"/>
          </a:xfrm>
        </p:spPr>
        <p:txBody>
          <a:bodyPr anchor="ctr">
            <a:normAutofit/>
          </a:bodyPr>
          <a:lstStyle/>
          <a:p>
            <a:pPr rtl="0">
              <a:spcAft>
                <a:spcPts val="600"/>
              </a:spcAft>
            </a:pPr>
            <a:fld id="{AEAA3239-9EA4-4A65-A281-97F994456D9F}" type="slidenum">
              <a:rPr lang="en-US" smtClean="0"/>
              <a:pPr rtl="0">
                <a:spcAft>
                  <a:spcPts val="600"/>
                </a:spcAft>
              </a:pPr>
              <a:t>6</a:t>
            </a:fld>
            <a:endParaRPr lang="en-US"/>
          </a:p>
        </p:txBody>
      </p:sp>
    </p:spTree>
    <p:extLst>
      <p:ext uri="{BB962C8B-B14F-4D97-AF65-F5344CB8AC3E}">
        <p14:creationId xmlns:p14="http://schemas.microsoft.com/office/powerpoint/2010/main" val="8852572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3D 카두세우스 및 장치">
            <a:extLst>
              <a:ext uri="{FF2B5EF4-FFF2-40B4-BE49-F238E27FC236}">
                <a16:creationId xmlns:a16="http://schemas.microsoft.com/office/drawing/2014/main" id="{6555A5A3-374E-478C-AD9B-632BDA48B7F7}"/>
              </a:ext>
            </a:extLst>
          </p:cNvPr>
          <p:cNvPicPr>
            <a:picLocks noGrp="1" noChangeAspect="1"/>
          </p:cNvPicPr>
          <p:nvPr>
            <p:ph type="pic" sz="quarter" idx="13"/>
          </p:nvPr>
        </p:nvPicPr>
        <p:blipFill>
          <a:blip r:embed="rId3"/>
          <a:stretch/>
        </p:blipFill>
        <p:spPr>
          <a:xfrm>
            <a:off x="609600" y="2445057"/>
            <a:ext cx="4675632" cy="3506724"/>
          </a:xfrm>
          <a:prstGeom prst="rect">
            <a:avLst/>
          </a:prstGeom>
          <a:noFill/>
        </p:spPr>
      </p:pic>
      <p:sp>
        <p:nvSpPr>
          <p:cNvPr id="3" name="Footer Placeholder 2">
            <a:extLst>
              <a:ext uri="{FF2B5EF4-FFF2-40B4-BE49-F238E27FC236}">
                <a16:creationId xmlns:a16="http://schemas.microsoft.com/office/drawing/2014/main" id="{DACF0C7B-E17E-ACA7-98BB-CF129BA1CFB5}"/>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ko"/>
              <a:t>샘플 바닥글 텍스트</a:t>
            </a:r>
          </a:p>
        </p:txBody>
      </p:sp>
      <p:sp>
        <p:nvSpPr>
          <p:cNvPr id="4" name="Date Placeholder 3">
            <a:extLst>
              <a:ext uri="{FF2B5EF4-FFF2-40B4-BE49-F238E27FC236}">
                <a16:creationId xmlns:a16="http://schemas.microsoft.com/office/drawing/2014/main" id="{388D15FF-8C83-F8E2-5EA4-80ED691A2323}"/>
              </a:ext>
            </a:extLst>
          </p:cNvPr>
          <p:cNvSpPr>
            <a:spLocks noGrp="1"/>
          </p:cNvSpPr>
          <p:nvPr>
            <p:ph type="dt" sz="half" idx="10"/>
          </p:nvPr>
        </p:nvSpPr>
        <p:spPr>
          <a:xfrm rot="16200000">
            <a:off x="-532352" y="5260879"/>
            <a:ext cx="1494475" cy="429768"/>
          </a:xfrm>
        </p:spPr>
        <p:txBody>
          <a:bodyPr anchor="ctr">
            <a:normAutofit/>
          </a:bodyPr>
          <a:lstStyle/>
          <a:p>
            <a:pPr rtl="0">
              <a:spcAft>
                <a:spcPts val="600"/>
              </a:spcAft>
            </a:pPr>
            <a:r>
              <a:rPr lang="en-US"/>
              <a:t>2025년 8월 18일</a:t>
            </a:r>
          </a:p>
        </p:txBody>
      </p:sp>
      <p:sp>
        <p:nvSpPr>
          <p:cNvPr id="5" name="Slide Number Placeholder 4">
            <a:extLst>
              <a:ext uri="{FF2B5EF4-FFF2-40B4-BE49-F238E27FC236}">
                <a16:creationId xmlns:a16="http://schemas.microsoft.com/office/drawing/2014/main" id="{E9022752-9BBD-22CD-6C64-7320226CA543}"/>
              </a:ext>
            </a:extLst>
          </p:cNvPr>
          <p:cNvSpPr>
            <a:spLocks noGrp="1"/>
          </p:cNvSpPr>
          <p:nvPr>
            <p:ph type="sldNum" sz="quarter" idx="12"/>
          </p:nvPr>
        </p:nvSpPr>
        <p:spPr>
          <a:xfrm>
            <a:off x="2" y="6492513"/>
            <a:ext cx="429207" cy="365125"/>
          </a:xfrm>
        </p:spPr>
        <p:txBody>
          <a:bodyPr anchor="ctr">
            <a:normAutofit/>
          </a:bodyPr>
          <a:lstStyle/>
          <a:p>
            <a:pPr rtl="0">
              <a:spcAft>
                <a:spcPts val="600"/>
              </a:spcAft>
            </a:pPr>
            <a:fld id="{CC057153-B650-4DEB-B370-79DDCFDCE934}" type="slidenum">
              <a:rPr lang="en-US" smtClean="0"/>
              <a:pPr rtl="0">
                <a:spcAft>
                  <a:spcPts val="600"/>
                </a:spcAft>
              </a:pPr>
              <a:t>7</a:t>
            </a:fld>
            <a:endParaRPr lang="en-US"/>
          </a:p>
        </p:txBody>
      </p:sp>
      <p:sp>
        <p:nvSpPr>
          <p:cNvPr id="2" name="Title 1">
            <a:extLst>
              <a:ext uri="{FF2B5EF4-FFF2-40B4-BE49-F238E27FC236}">
                <a16:creationId xmlns:a16="http://schemas.microsoft.com/office/drawing/2014/main" id="{226BB63A-88A2-8810-9183-82554C9058F2}"/>
              </a:ext>
            </a:extLst>
          </p:cNvPr>
          <p:cNvSpPr>
            <a:spLocks noGrp="1"/>
          </p:cNvSpPr>
          <p:nvPr>
            <p:ph type="title"/>
          </p:nvPr>
        </p:nvSpPr>
        <p:spPr>
          <a:xfrm>
            <a:off x="612647" y="634999"/>
            <a:ext cx="4672584" cy="1269482"/>
          </a:xfrm>
        </p:spPr>
        <p:txBody>
          <a:bodyPr anchor="t">
            <a:normAutofit/>
          </a:bodyPr>
          <a:lstStyle/>
          <a:p>
            <a:r>
              <a:rPr lang="en-US"/>
              <a:t>의료, 건설, 교육 분야의 제약</a:t>
            </a:r>
          </a:p>
        </p:txBody>
      </p:sp>
      <p:sp>
        <p:nvSpPr>
          <p:cNvPr id="7" name="Content Placeholder 6">
            <a:extLst>
              <a:ext uri="{FF2B5EF4-FFF2-40B4-BE49-F238E27FC236}">
                <a16:creationId xmlns:a16="http://schemas.microsoft.com/office/drawing/2014/main" id="{D887F8A9-FDC1-CCD7-8BF7-25E9862DF95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ko-KR" altLang="en-US" b="1"/>
              <a:t>의료 분야 데이터 제약</a:t>
            </a:r>
          </a:p>
          <a:p>
            <a:pPr marL="0" lvl="1" indent="0">
              <a:buFont typeface="Arial" panose="020B0604020202020204" pitchFamily="34" charset="0"/>
              <a:buNone/>
            </a:pPr>
            <a:r>
              <a:t>의료 데이터는 여러 기관에 분산되고 개인정보 보호법으로 공개가 제한되어 AI 학습에 어려움을 준다.</a:t>
            </a:r>
            <a:endParaRPr lang="ko-KR" altLang="en-US"/>
          </a:p>
          <a:p>
            <a:pPr marL="0" indent="0">
              <a:spcBef>
                <a:spcPts val="2500"/>
              </a:spcBef>
              <a:buFont typeface="Arial" panose="020B0604020202020204" pitchFamily="34" charset="0"/>
              <a:buNone/>
            </a:pPr>
            <a:r>
              <a:rPr lang="ko-KR" altLang="en-US" b="1"/>
              <a:t>건설 산업의 데이터 부족</a:t>
            </a:r>
          </a:p>
          <a:p>
            <a:pPr marL="0" lvl="1" indent="0">
              <a:buFont typeface="Arial" panose="020B0604020202020204" pitchFamily="34" charset="0"/>
              <a:buNone/>
            </a:pPr>
            <a:r>
              <a:t>건설 분야는 디지털 기록이 부족하고 프로젝트마다 달라 표준화된 데이터 수집이 어렵다.</a:t>
            </a:r>
            <a:endParaRPr lang="ko-KR" altLang="en-US"/>
          </a:p>
          <a:p>
            <a:pPr marL="0" indent="0">
              <a:spcBef>
                <a:spcPts val="2500"/>
              </a:spcBef>
              <a:buFont typeface="Arial" panose="020B0604020202020204" pitchFamily="34" charset="0"/>
              <a:buNone/>
            </a:pPr>
            <a:r>
              <a:rPr lang="ko-KR" altLang="en-US" b="1"/>
              <a:t>교육 분야 데이터 제한</a:t>
            </a:r>
          </a:p>
          <a:p>
            <a:pPr marL="0" lvl="1" indent="0">
              <a:buFont typeface="Arial" panose="020B0604020202020204" pitchFamily="34" charset="0"/>
              <a:buNone/>
            </a:pPr>
            <a:r>
              <a:t>학생 개인정보 보호법으로 AI 학습 자료가 부족해 교육 분야 AI 도입이 지연되고 있다.</a:t>
            </a:r>
            <a:endParaRPr lang="ko-KR" altLang="en-US"/>
          </a:p>
          <a:p>
            <a:pPr marL="0" indent="0">
              <a:spcBef>
                <a:spcPts val="2500"/>
              </a:spcBef>
              <a:buFont typeface="Arial" panose="020B0604020202020204" pitchFamily="34" charset="0"/>
              <a:buNone/>
            </a:pPr>
            <a:r>
              <a:rPr lang="ko-KR" altLang="en-US" b="1"/>
              <a:t>논란 있는 </a:t>
            </a:r>
            <a:r>
              <a:rPr lang="en-US" b="1"/>
              <a:t>AI </a:t>
            </a:r>
            <a:r>
              <a:rPr lang="ko-KR" altLang="en-US" b="1"/>
              <a:t>감시 시도</a:t>
            </a:r>
          </a:p>
          <a:p>
            <a:pPr marL="0" lvl="1" indent="0">
              <a:buFont typeface="Arial" panose="020B0604020202020204" pitchFamily="34" charset="0"/>
              <a:buNone/>
            </a:pPr>
            <a:r>
              <a:t>일부 산업은 AI 감시 시스템을 도입해 데이터 부족 문제를 해결하려 하지만 논란이 존재한다.</a:t>
            </a:r>
            <a:endParaRPr lang="en-US"/>
          </a:p>
        </p:txBody>
      </p:sp>
    </p:spTree>
    <p:extLst>
      <p:ext uri="{BB962C8B-B14F-4D97-AF65-F5344CB8AC3E}">
        <p14:creationId xmlns:p14="http://schemas.microsoft.com/office/powerpoint/2010/main" val="39047029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75EF9-20DC-5FFB-4E97-75B7A070E60E}"/>
              </a:ext>
            </a:extLst>
          </p:cNvPr>
          <p:cNvSpPr>
            <a:spLocks noGrp="1"/>
          </p:cNvSpPr>
          <p:nvPr>
            <p:ph type="ctrTitle"/>
          </p:nvPr>
        </p:nvSpPr>
        <p:spPr>
          <a:xfrm>
            <a:off x="612648" y="1001713"/>
            <a:ext cx="7909560" cy="5477510"/>
          </a:xfrm>
        </p:spPr>
        <p:txBody>
          <a:bodyPr anchor="b">
            <a:normAutofit/>
          </a:bodyPr>
          <a:lstStyle/>
          <a:p>
            <a:r>
              <a:rPr lang="en-US"/>
              <a:t>경제적 영향과 일자리 변화</a:t>
            </a:r>
          </a:p>
        </p:txBody>
      </p:sp>
      <p:sp>
        <p:nvSpPr>
          <p:cNvPr id="4" name="Footer Placeholder 3">
            <a:extLst>
              <a:ext uri="{FF2B5EF4-FFF2-40B4-BE49-F238E27FC236}">
                <a16:creationId xmlns:a16="http://schemas.microsoft.com/office/drawing/2014/main" id="{730EEF7D-ACA6-69EF-5801-7F1F2C73E6E9}"/>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ko"/>
              <a:t>샘플 바닥글 텍스트</a:t>
            </a:r>
          </a:p>
        </p:txBody>
      </p:sp>
      <p:sp>
        <p:nvSpPr>
          <p:cNvPr id="5" name="Date Placeholder 4">
            <a:extLst>
              <a:ext uri="{FF2B5EF4-FFF2-40B4-BE49-F238E27FC236}">
                <a16:creationId xmlns:a16="http://schemas.microsoft.com/office/drawing/2014/main" id="{9077C809-1574-DD8A-91F5-19B5A2DDC6B8}"/>
              </a:ext>
            </a:extLst>
          </p:cNvPr>
          <p:cNvSpPr>
            <a:spLocks noGrp="1"/>
          </p:cNvSpPr>
          <p:nvPr>
            <p:ph type="dt" sz="half" idx="10"/>
          </p:nvPr>
        </p:nvSpPr>
        <p:spPr>
          <a:xfrm rot="16200000">
            <a:off x="-532352" y="5260879"/>
            <a:ext cx="1494475" cy="429768"/>
          </a:xfrm>
        </p:spPr>
        <p:txBody>
          <a:bodyPr anchor="ctr">
            <a:normAutofit/>
          </a:bodyPr>
          <a:lstStyle/>
          <a:p>
            <a:pPr rtl="0">
              <a:spcAft>
                <a:spcPts val="600"/>
              </a:spcAft>
            </a:pPr>
            <a:r>
              <a:rPr lang="en-US"/>
              <a:t>2025년 8월 18일</a:t>
            </a:r>
          </a:p>
        </p:txBody>
      </p:sp>
      <p:sp>
        <p:nvSpPr>
          <p:cNvPr id="6" name="Slide Number Placeholder 5">
            <a:extLst>
              <a:ext uri="{FF2B5EF4-FFF2-40B4-BE49-F238E27FC236}">
                <a16:creationId xmlns:a16="http://schemas.microsoft.com/office/drawing/2014/main" id="{5AA19248-F3B0-0FA6-D60A-FE79D24F6E52}"/>
              </a:ext>
            </a:extLst>
          </p:cNvPr>
          <p:cNvSpPr>
            <a:spLocks noGrp="1"/>
          </p:cNvSpPr>
          <p:nvPr>
            <p:ph type="sldNum" sz="quarter" idx="12"/>
          </p:nvPr>
        </p:nvSpPr>
        <p:spPr>
          <a:xfrm>
            <a:off x="2" y="6492513"/>
            <a:ext cx="429207" cy="365125"/>
          </a:xfrm>
        </p:spPr>
        <p:txBody>
          <a:bodyPr anchor="ctr">
            <a:normAutofit/>
          </a:bodyPr>
          <a:lstStyle/>
          <a:p>
            <a:pPr rtl="0">
              <a:spcAft>
                <a:spcPts val="600"/>
              </a:spcAft>
            </a:pPr>
            <a:fld id="{AEAA3239-9EA4-4A65-A281-97F994456D9F}" type="slidenum">
              <a:rPr lang="en-US" smtClean="0"/>
              <a:pPr rtl="0">
                <a:spcAft>
                  <a:spcPts val="600"/>
                </a:spcAft>
              </a:pPr>
              <a:t>8</a:t>
            </a:fld>
            <a:endParaRPr lang="en-US"/>
          </a:p>
        </p:txBody>
      </p:sp>
    </p:spTree>
    <p:extLst>
      <p:ext uri="{BB962C8B-B14F-4D97-AF65-F5344CB8AC3E}">
        <p14:creationId xmlns:p14="http://schemas.microsoft.com/office/powerpoint/2010/main" val="26295389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3DC0B-AE01-9EBA-62BB-D59813423CCA}"/>
              </a:ext>
            </a:extLst>
          </p:cNvPr>
          <p:cNvSpPr>
            <a:spLocks noGrp="1"/>
          </p:cNvSpPr>
          <p:nvPr>
            <p:ph type="title"/>
          </p:nvPr>
        </p:nvSpPr>
        <p:spPr>
          <a:xfrm>
            <a:off x="4487024" y="634999"/>
            <a:ext cx="6950232" cy="1124525"/>
          </a:xfrm>
        </p:spPr>
        <p:txBody>
          <a:bodyPr anchor="t">
            <a:normAutofit/>
          </a:bodyPr>
          <a:lstStyle/>
          <a:p>
            <a:r>
              <a:rPr lang="en-US"/>
              <a:t>창조적 파괴와 일자리 재편</a:t>
            </a:r>
          </a:p>
        </p:txBody>
      </p:sp>
      <p:sp>
        <p:nvSpPr>
          <p:cNvPr id="3" name="Footer Placeholder 2">
            <a:extLst>
              <a:ext uri="{FF2B5EF4-FFF2-40B4-BE49-F238E27FC236}">
                <a16:creationId xmlns:a16="http://schemas.microsoft.com/office/drawing/2014/main" id="{C49AAEB1-6659-DEF7-61EF-47093AB5CFDC}"/>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r>
              <a:rPr lang="ko"/>
              <a:t>샘플 바닥글 텍스트</a:t>
            </a:r>
          </a:p>
        </p:txBody>
      </p:sp>
      <p:sp>
        <p:nvSpPr>
          <p:cNvPr id="4" name="Date Placeholder 3">
            <a:extLst>
              <a:ext uri="{FF2B5EF4-FFF2-40B4-BE49-F238E27FC236}">
                <a16:creationId xmlns:a16="http://schemas.microsoft.com/office/drawing/2014/main" id="{E778D0D5-2614-C9D9-3182-1B327CBB3A92}"/>
              </a:ext>
            </a:extLst>
          </p:cNvPr>
          <p:cNvSpPr>
            <a:spLocks noGrp="1"/>
          </p:cNvSpPr>
          <p:nvPr>
            <p:ph type="dt" sz="half" idx="15"/>
          </p:nvPr>
        </p:nvSpPr>
        <p:spPr>
          <a:xfrm rot="16200000">
            <a:off x="-532354" y="5260879"/>
            <a:ext cx="1494474" cy="429768"/>
          </a:xfrm>
        </p:spPr>
        <p:txBody>
          <a:bodyPr anchor="ctr">
            <a:normAutofit/>
          </a:bodyPr>
          <a:lstStyle/>
          <a:p>
            <a:pPr rtl="0">
              <a:spcAft>
                <a:spcPts val="600"/>
              </a:spcAft>
            </a:pPr>
            <a:r>
              <a:rPr lang="en-US"/>
              <a:t>2025년 8월 18일</a:t>
            </a:r>
          </a:p>
        </p:txBody>
      </p:sp>
      <p:sp>
        <p:nvSpPr>
          <p:cNvPr id="5" name="Slide Number Placeholder 4">
            <a:extLst>
              <a:ext uri="{FF2B5EF4-FFF2-40B4-BE49-F238E27FC236}">
                <a16:creationId xmlns:a16="http://schemas.microsoft.com/office/drawing/2014/main" id="{250C5AAC-4331-5AB0-0068-0C8019BDCC69}"/>
              </a:ext>
            </a:extLst>
          </p:cNvPr>
          <p:cNvSpPr>
            <a:spLocks noGrp="1"/>
          </p:cNvSpPr>
          <p:nvPr>
            <p:ph type="sldNum" sz="quarter" idx="17"/>
          </p:nvPr>
        </p:nvSpPr>
        <p:spPr>
          <a:xfrm>
            <a:off x="2" y="6492513"/>
            <a:ext cx="429207" cy="365125"/>
          </a:xfrm>
        </p:spPr>
        <p:txBody>
          <a:bodyPr anchor="ctr">
            <a:normAutofit/>
          </a:bodyPr>
          <a:lstStyle/>
          <a:p>
            <a:pPr rtl="0">
              <a:spcAft>
                <a:spcPts val="600"/>
              </a:spcAft>
            </a:pPr>
            <a:fld id="{CC057153-B650-4DEB-B370-79DDCFDCE934}" type="slidenum">
              <a:rPr lang="en-US" smtClean="0"/>
              <a:pPr rtl="0">
                <a:spcAft>
                  <a:spcPts val="600"/>
                </a:spcAft>
              </a:pPr>
              <a:t>9</a:t>
            </a:fld>
            <a:endParaRPr lang="en-US"/>
          </a:p>
        </p:txBody>
      </p:sp>
      <p:pic>
        <p:nvPicPr>
          <p:cNvPr id="8" name="Content Placeholder 7" descr="기계를 조작하는 로봇">
            <a:extLst>
              <a:ext uri="{FF2B5EF4-FFF2-40B4-BE49-F238E27FC236}">
                <a16:creationId xmlns:a16="http://schemas.microsoft.com/office/drawing/2014/main" id="{6680AB4B-770A-4BEC-B15E-B749322C2B18}"/>
              </a:ext>
            </a:extLst>
          </p:cNvPr>
          <p:cNvPicPr>
            <a:picLocks noGrp="1" noChangeAspect="1"/>
          </p:cNvPicPr>
          <p:nvPr>
            <p:ph type="pic" sz="quarter" idx="13"/>
          </p:nvPr>
        </p:nvPicPr>
        <p:blipFill>
          <a:blip r:embed="rId3"/>
          <a:srcRect l="32350" r="31206" b="1"/>
          <a:stretch>
            <a:fillRect/>
          </a:stretch>
        </p:blipFill>
        <p:spPr>
          <a:xfrm>
            <a:off x="598328" y="10"/>
            <a:ext cx="3256513" cy="6857990"/>
          </a:xfrm>
          <a:prstGeom prst="rect">
            <a:avLst/>
          </a:prstGeom>
          <a:noFill/>
        </p:spPr>
      </p:pic>
      <p:sp>
        <p:nvSpPr>
          <p:cNvPr id="7" name="Content Placeholder 6">
            <a:extLst>
              <a:ext uri="{FF2B5EF4-FFF2-40B4-BE49-F238E27FC236}">
                <a16:creationId xmlns:a16="http://schemas.microsoft.com/office/drawing/2014/main" id="{AC46515A-2C5F-C0DC-4B99-4E74947DFF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879608"/>
            <a:ext cx="6950232" cy="4343387"/>
          </a:xfrm>
        </p:spPr>
        <p:txBody>
          <a:bodyPr>
            <a:normAutofit/>
          </a:bodyPr>
          <a:lstStyle/>
          <a:p>
            <a:pPr marL="0" indent="0">
              <a:lnSpc>
                <a:spcPct val="110000"/>
              </a:lnSpc>
              <a:spcBef>
                <a:spcPts val="2500"/>
              </a:spcBef>
              <a:buFont typeface="Arial" panose="020B0604020202020204" pitchFamily="34" charset="0"/>
              <a:buNone/>
            </a:pPr>
            <a:r>
              <a:rPr lang="ko-KR" altLang="en-US" b="1"/>
              <a:t>산업별 창조적 파괴</a:t>
            </a:r>
          </a:p>
          <a:p>
            <a:pPr marL="0" lvl="1" indent="0">
              <a:lnSpc>
                <a:spcPct val="110000"/>
              </a:lnSpc>
              <a:buFont typeface="Arial" panose="020B0604020202020204" pitchFamily="34" charset="0"/>
              <a:buNone/>
            </a:pPr>
            <a:r>
              <a:t>데이터가 풍부한 산업은 AI로 빠른 창조적 파괴가 일어나 기존 직업이 사라지고 새로운 직업이 생긴다.</a:t>
            </a:r>
            <a:endParaRPr lang="ko-KR" altLang="en-US"/>
          </a:p>
          <a:p>
            <a:pPr marL="0" indent="0">
              <a:lnSpc>
                <a:spcPct val="110000"/>
              </a:lnSpc>
              <a:spcBef>
                <a:spcPts val="2500"/>
              </a:spcBef>
              <a:buFont typeface="Arial" panose="020B0604020202020204" pitchFamily="34" charset="0"/>
              <a:buNone/>
            </a:pPr>
            <a:r>
              <a:rPr lang="ko-KR" altLang="en-US" b="1"/>
              <a:t>데이터 부족 산업 변화</a:t>
            </a:r>
          </a:p>
          <a:p>
            <a:pPr marL="0" lvl="1" indent="0">
              <a:lnSpc>
                <a:spcPct val="110000"/>
              </a:lnSpc>
              <a:buFont typeface="Arial" panose="020B0604020202020204" pitchFamily="34" charset="0"/>
              <a:buNone/>
            </a:pPr>
            <a:r>
              <a:t>데이터가 부족한 산업은 기술과 기존 관행 마찰로 구조적 재편이 느리지만 깊게 진행된다.</a:t>
            </a:r>
            <a:endParaRPr lang="ko-KR" altLang="en-US"/>
          </a:p>
          <a:p>
            <a:pPr marL="0" indent="0">
              <a:lnSpc>
                <a:spcPct val="110000"/>
              </a:lnSpc>
              <a:spcBef>
                <a:spcPts val="2500"/>
              </a:spcBef>
              <a:buFont typeface="Arial" panose="020B0604020202020204" pitchFamily="34" charset="0"/>
              <a:buNone/>
            </a:pPr>
            <a:r>
              <a:rPr lang="ko-KR" altLang="en-US" b="1"/>
              <a:t>일자리 변화 전망</a:t>
            </a:r>
          </a:p>
          <a:p>
            <a:pPr marL="0" lvl="1" indent="0">
              <a:lnSpc>
                <a:spcPct val="110000"/>
              </a:lnSpc>
              <a:buFont typeface="Arial" panose="020B0604020202020204" pitchFamily="34" charset="0"/>
              <a:buNone/>
            </a:pPr>
            <a:r>
              <a:t>2030년까지 많은 일자리가 사라지고 새로운 일자리가 생기며, 지역과 기술 구성 변화가 동반된다.</a:t>
            </a:r>
            <a:endParaRPr lang="ko-KR" altLang="en-US"/>
          </a:p>
          <a:p>
            <a:pPr marL="0" indent="0">
              <a:lnSpc>
                <a:spcPct val="110000"/>
              </a:lnSpc>
              <a:spcBef>
                <a:spcPts val="2500"/>
              </a:spcBef>
              <a:buFont typeface="Arial" panose="020B0604020202020204" pitchFamily="34" charset="0"/>
              <a:buNone/>
            </a:pPr>
            <a:r>
              <a:rPr lang="ko-KR" altLang="en-US" b="1"/>
              <a:t>새로운 역량 요구</a:t>
            </a:r>
          </a:p>
          <a:p>
            <a:pPr marL="0" lvl="1" indent="0">
              <a:lnSpc>
                <a:spcPct val="110000"/>
              </a:lnSpc>
              <a:buFont typeface="Arial" panose="020B0604020202020204" pitchFamily="34" charset="0"/>
              <a:buNone/>
            </a:pPr>
            <a:r>
              <a:t>새 일자리는 기존 기술과 다른 역량을 필요로 하며, 기술 허브에 집중되는 경향이 강하다.</a:t>
            </a:r>
            <a:endParaRPr lang="en-US"/>
          </a:p>
        </p:txBody>
      </p:sp>
    </p:spTree>
    <p:extLst>
      <p:ext uri="{BB962C8B-B14F-4D97-AF65-F5344CB8AC3E}">
        <p14:creationId xmlns:p14="http://schemas.microsoft.com/office/powerpoint/2010/main" val="29092658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4BA7A-F5FE-FB4C-62B3-51132CB37139}"/>
              </a:ext>
            </a:extLst>
          </p:cNvPr>
          <p:cNvSpPr>
            <a:spLocks noGrp="1"/>
          </p:cNvSpPr>
          <p:nvPr>
            <p:ph type="ctrTitle"/>
          </p:nvPr>
        </p:nvSpPr>
        <p:spPr>
          <a:xfrm>
            <a:off x="612648" y="1001713"/>
            <a:ext cx="7909560" cy="5477510"/>
          </a:xfrm>
        </p:spPr>
        <p:txBody>
          <a:bodyPr anchor="b">
            <a:normAutofit/>
          </a:bodyPr>
          <a:lstStyle/>
          <a:p>
            <a:r>
              <a:rPr lang="en-US"/>
              <a:t>구직자를 위한 전략적 조언</a:t>
            </a:r>
          </a:p>
        </p:txBody>
      </p:sp>
      <p:sp>
        <p:nvSpPr>
          <p:cNvPr id="4" name="Footer Placeholder 3">
            <a:extLst>
              <a:ext uri="{FF2B5EF4-FFF2-40B4-BE49-F238E27FC236}">
                <a16:creationId xmlns:a16="http://schemas.microsoft.com/office/drawing/2014/main" id="{FC973947-D40B-723B-247F-C5C4AF748D23}"/>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ko"/>
              <a:t>샘플 바닥글 텍스트</a:t>
            </a:r>
          </a:p>
        </p:txBody>
      </p:sp>
      <p:sp>
        <p:nvSpPr>
          <p:cNvPr id="5" name="Date Placeholder 4">
            <a:extLst>
              <a:ext uri="{FF2B5EF4-FFF2-40B4-BE49-F238E27FC236}">
                <a16:creationId xmlns:a16="http://schemas.microsoft.com/office/drawing/2014/main" id="{F7CA1C37-F3E4-6B77-5645-518D124FE614}"/>
              </a:ext>
            </a:extLst>
          </p:cNvPr>
          <p:cNvSpPr>
            <a:spLocks noGrp="1"/>
          </p:cNvSpPr>
          <p:nvPr>
            <p:ph type="dt" sz="half" idx="10"/>
          </p:nvPr>
        </p:nvSpPr>
        <p:spPr>
          <a:xfrm rot="16200000">
            <a:off x="-532352" y="5260879"/>
            <a:ext cx="1494475" cy="429768"/>
          </a:xfrm>
        </p:spPr>
        <p:txBody>
          <a:bodyPr anchor="ctr">
            <a:normAutofit/>
          </a:bodyPr>
          <a:lstStyle/>
          <a:p>
            <a:pPr rtl="0">
              <a:spcAft>
                <a:spcPts val="600"/>
              </a:spcAft>
            </a:pPr>
            <a:r>
              <a:rPr lang="en-US"/>
              <a:t>2025년 8월 18일</a:t>
            </a:r>
          </a:p>
        </p:txBody>
      </p:sp>
      <p:sp>
        <p:nvSpPr>
          <p:cNvPr id="6" name="Slide Number Placeholder 5">
            <a:extLst>
              <a:ext uri="{FF2B5EF4-FFF2-40B4-BE49-F238E27FC236}">
                <a16:creationId xmlns:a16="http://schemas.microsoft.com/office/drawing/2014/main" id="{C086C1F8-0556-D439-598E-938A0246F0D5}"/>
              </a:ext>
            </a:extLst>
          </p:cNvPr>
          <p:cNvSpPr>
            <a:spLocks noGrp="1"/>
          </p:cNvSpPr>
          <p:nvPr>
            <p:ph type="sldNum" sz="quarter" idx="12"/>
          </p:nvPr>
        </p:nvSpPr>
        <p:spPr>
          <a:xfrm>
            <a:off x="2" y="6492513"/>
            <a:ext cx="429207" cy="365125"/>
          </a:xfrm>
        </p:spPr>
        <p:txBody>
          <a:bodyPr anchor="ctr">
            <a:normAutofit/>
          </a:bodyPr>
          <a:lstStyle/>
          <a:p>
            <a:pPr rtl="0">
              <a:spcAft>
                <a:spcPts val="600"/>
              </a:spcAft>
            </a:pPr>
            <a:fld id="{AEAA3239-9EA4-4A65-A281-97F994456D9F}" type="slidenum">
              <a:rPr lang="en-US" smtClean="0"/>
              <a:pPr rtl="0">
                <a:spcAft>
                  <a:spcPts val="600"/>
                </a:spcAft>
              </a:pPr>
              <a:t>10</a:t>
            </a:fld>
            <a:endParaRPr lang="en-US"/>
          </a:p>
        </p:txBody>
      </p:sp>
    </p:spTree>
    <p:extLst>
      <p:ext uri="{BB962C8B-B14F-4D97-AF65-F5344CB8AC3E}">
        <p14:creationId xmlns:p14="http://schemas.microsoft.com/office/powerpoint/2010/main" val="9869993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218F6-0E8C-B975-27CE-3A5E46AF93E0}"/>
              </a:ext>
            </a:extLst>
          </p:cNvPr>
          <p:cNvSpPr>
            <a:spLocks noGrp="1"/>
          </p:cNvSpPr>
          <p:nvPr>
            <p:ph type="title"/>
          </p:nvPr>
        </p:nvSpPr>
        <p:spPr>
          <a:xfrm>
            <a:off x="4487024" y="634999"/>
            <a:ext cx="6950232" cy="1124525"/>
          </a:xfrm>
        </p:spPr>
        <p:txBody>
          <a:bodyPr anchor="t">
            <a:normAutofit/>
          </a:bodyPr>
          <a:lstStyle/>
          <a:p>
            <a:r>
              <a:rPr lang="en-US"/>
              <a:t>적응력 중심의 역량 개발</a:t>
            </a:r>
          </a:p>
        </p:txBody>
      </p:sp>
      <p:sp>
        <p:nvSpPr>
          <p:cNvPr id="3" name="Footer Placeholder 2">
            <a:extLst>
              <a:ext uri="{FF2B5EF4-FFF2-40B4-BE49-F238E27FC236}">
                <a16:creationId xmlns:a16="http://schemas.microsoft.com/office/drawing/2014/main" id="{DB87222B-E174-E2C6-3F9D-21CE0A2EF26C}"/>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r>
              <a:rPr lang="ko"/>
              <a:t>샘플 바닥글 텍스트</a:t>
            </a:r>
          </a:p>
        </p:txBody>
      </p:sp>
      <p:sp>
        <p:nvSpPr>
          <p:cNvPr id="4" name="Date Placeholder 3">
            <a:extLst>
              <a:ext uri="{FF2B5EF4-FFF2-40B4-BE49-F238E27FC236}">
                <a16:creationId xmlns:a16="http://schemas.microsoft.com/office/drawing/2014/main" id="{7CC9B657-C199-FA00-8285-3C9488F60873}"/>
              </a:ext>
            </a:extLst>
          </p:cNvPr>
          <p:cNvSpPr>
            <a:spLocks noGrp="1"/>
          </p:cNvSpPr>
          <p:nvPr>
            <p:ph type="dt" sz="half" idx="15"/>
          </p:nvPr>
        </p:nvSpPr>
        <p:spPr>
          <a:xfrm rot="16200000">
            <a:off x="-532354" y="5260879"/>
            <a:ext cx="1494474" cy="429768"/>
          </a:xfrm>
        </p:spPr>
        <p:txBody>
          <a:bodyPr anchor="ctr">
            <a:normAutofit/>
          </a:bodyPr>
          <a:lstStyle/>
          <a:p>
            <a:pPr rtl="0">
              <a:spcAft>
                <a:spcPts val="600"/>
              </a:spcAft>
            </a:pPr>
            <a:r>
              <a:rPr lang="en-US"/>
              <a:t>2025년 8월 18일</a:t>
            </a:r>
          </a:p>
        </p:txBody>
      </p:sp>
      <p:sp>
        <p:nvSpPr>
          <p:cNvPr id="5" name="Slide Number Placeholder 4">
            <a:extLst>
              <a:ext uri="{FF2B5EF4-FFF2-40B4-BE49-F238E27FC236}">
                <a16:creationId xmlns:a16="http://schemas.microsoft.com/office/drawing/2014/main" id="{3802ED04-3900-8916-10CA-2AB58E957B24}"/>
              </a:ext>
            </a:extLst>
          </p:cNvPr>
          <p:cNvSpPr>
            <a:spLocks noGrp="1"/>
          </p:cNvSpPr>
          <p:nvPr>
            <p:ph type="sldNum" sz="quarter" idx="17"/>
          </p:nvPr>
        </p:nvSpPr>
        <p:spPr>
          <a:xfrm>
            <a:off x="2" y="6492513"/>
            <a:ext cx="429207" cy="365125"/>
          </a:xfrm>
        </p:spPr>
        <p:txBody>
          <a:bodyPr anchor="ctr">
            <a:normAutofit/>
          </a:bodyPr>
          <a:lstStyle/>
          <a:p>
            <a:pPr rtl="0">
              <a:spcAft>
                <a:spcPts val="600"/>
              </a:spcAft>
            </a:pPr>
            <a:fld id="{CC057153-B650-4DEB-B370-79DDCFDCE934}" type="slidenum">
              <a:rPr lang="en-US" smtClean="0"/>
              <a:pPr rtl="0">
                <a:spcAft>
                  <a:spcPts val="600"/>
                </a:spcAft>
              </a:pPr>
              <a:t>11</a:t>
            </a:fld>
            <a:endParaRPr lang="en-US"/>
          </a:p>
        </p:txBody>
      </p:sp>
      <p:pic>
        <p:nvPicPr>
          <p:cNvPr id="8" name="Content Placeholder 7" descr="밤에 사무실에서 컴퓨터로 작업하는 집중적인 젊은 프로그래머의 초상화">
            <a:extLst>
              <a:ext uri="{FF2B5EF4-FFF2-40B4-BE49-F238E27FC236}">
                <a16:creationId xmlns:a16="http://schemas.microsoft.com/office/drawing/2014/main" id="{BFAD22A7-E6BF-4C7C-A1EC-0E34CEB3F725}"/>
              </a:ext>
            </a:extLst>
          </p:cNvPr>
          <p:cNvPicPr>
            <a:picLocks noGrp="1" noChangeAspect="1"/>
          </p:cNvPicPr>
          <p:nvPr>
            <p:ph type="pic" sz="quarter" idx="13"/>
          </p:nvPr>
        </p:nvPicPr>
        <p:blipFill>
          <a:blip r:embed="rId3"/>
          <a:srcRect l="24742" r="7179"/>
          <a:stretch>
            <a:fillRect/>
          </a:stretch>
        </p:blipFill>
        <p:spPr>
          <a:xfrm>
            <a:off x="598328" y="10"/>
            <a:ext cx="3256513" cy="6857990"/>
          </a:xfrm>
          <a:prstGeom prst="rect">
            <a:avLst/>
          </a:prstGeom>
          <a:noFill/>
        </p:spPr>
      </p:pic>
      <p:sp>
        <p:nvSpPr>
          <p:cNvPr id="7" name="Content Placeholder 6">
            <a:extLst>
              <a:ext uri="{FF2B5EF4-FFF2-40B4-BE49-F238E27FC236}">
                <a16:creationId xmlns:a16="http://schemas.microsoft.com/office/drawing/2014/main" id="{F724B83F-DFA6-E264-F8AA-D3DED96381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879608"/>
            <a:ext cx="6950232" cy="4343387"/>
          </a:xfrm>
        </p:spPr>
        <p:txBody>
          <a:bodyPr>
            <a:normAutofit/>
          </a:bodyPr>
          <a:lstStyle/>
          <a:p>
            <a:pPr marL="0" indent="0">
              <a:spcBef>
                <a:spcPts val="2500"/>
              </a:spcBef>
              <a:buFont typeface="Arial" panose="020B0604020202020204" pitchFamily="34" charset="0"/>
              <a:buNone/>
            </a:pPr>
            <a:r>
              <a:rPr lang="ko-KR" altLang="en-US" b="1"/>
              <a:t>적응력과 문제 해결</a:t>
            </a:r>
          </a:p>
          <a:p>
            <a:pPr marL="0" lvl="1" indent="0">
              <a:buFont typeface="Arial" panose="020B0604020202020204" pitchFamily="34" charset="0"/>
              <a:buNone/>
            </a:pPr>
            <a:r>
              <a:t>구직자는 빠르게 변화하는 환경에서 적응력과 문제 해결 능력을 중심으로 역량을 재구성해야 합니다.</a:t>
            </a:r>
            <a:endParaRPr lang="ko-KR" altLang="en-US"/>
          </a:p>
          <a:p>
            <a:pPr marL="0" indent="0">
              <a:spcBef>
                <a:spcPts val="2500"/>
              </a:spcBef>
              <a:buFont typeface="Arial" panose="020B0604020202020204" pitchFamily="34" charset="0"/>
              <a:buNone/>
            </a:pPr>
            <a:r>
              <a:rPr lang="ko-KR" altLang="en-US" b="1"/>
              <a:t>인간 판단과 </a:t>
            </a:r>
            <a:r>
              <a:rPr lang="en-US" b="1"/>
              <a:t>AI </a:t>
            </a:r>
            <a:r>
              <a:rPr lang="ko-KR" altLang="en-US" b="1"/>
              <a:t>결합</a:t>
            </a:r>
          </a:p>
          <a:p>
            <a:pPr marL="0" lvl="1" indent="0">
              <a:buFont typeface="Arial" panose="020B0604020202020204" pitchFamily="34" charset="0"/>
              <a:buNone/>
            </a:pPr>
            <a:r>
              <a:t>인간의 판단력과 AI 기술을 연결하는 역할이 산업 경계 흐림 속에서 중요해지고 있습니다.</a:t>
            </a:r>
            <a:endParaRPr lang="ko-KR" altLang="en-US"/>
          </a:p>
          <a:p>
            <a:pPr marL="0" indent="0">
              <a:spcBef>
                <a:spcPts val="2500"/>
              </a:spcBef>
              <a:buFont typeface="Arial" panose="020B0604020202020204" pitchFamily="34" charset="0"/>
              <a:buNone/>
            </a:pPr>
            <a:r>
              <a:rPr lang="ko-KR" altLang="en-US" b="1"/>
              <a:t>실제 업무 적용 역량</a:t>
            </a:r>
          </a:p>
          <a:p>
            <a:pPr marL="0" lvl="1" indent="0">
              <a:buFont typeface="Arial" panose="020B0604020202020204" pitchFamily="34" charset="0"/>
              <a:buNone/>
            </a:pPr>
            <a:r>
              <a:t>기업은 새로운 도구를 업무에 통합하고 관리, 교육, 프로세스 최적화 역할에 중점을 둡니다.</a:t>
            </a:r>
            <a:endParaRPr lang="ko-KR" altLang="en-US"/>
          </a:p>
          <a:p>
            <a:pPr marL="0" indent="0">
              <a:spcBef>
                <a:spcPts val="2500"/>
              </a:spcBef>
              <a:buFont typeface="Arial" panose="020B0604020202020204" pitchFamily="34" charset="0"/>
              <a:buNone/>
            </a:pPr>
            <a:r>
              <a:rPr lang="ko-KR" altLang="en-US" b="1"/>
              <a:t>산업별 </a:t>
            </a:r>
            <a:r>
              <a:rPr lang="en-US" b="1"/>
              <a:t>AI </a:t>
            </a:r>
            <a:r>
              <a:rPr lang="ko-KR" altLang="en-US" b="1"/>
              <a:t>접점 전략</a:t>
            </a:r>
          </a:p>
          <a:p>
            <a:pPr marL="0" lvl="1" indent="0">
              <a:buFont typeface="Arial" panose="020B0604020202020204" pitchFamily="34" charset="0"/>
              <a:buNone/>
            </a:pPr>
            <a:r>
              <a:t>의료와 제조업 등 산업별 AI와 접점 찾기가 전략적이며 기존 지식과 결합해야 합니다.</a:t>
            </a:r>
            <a:endParaRPr lang="en-US"/>
          </a:p>
        </p:txBody>
      </p:sp>
    </p:spTree>
    <p:extLst>
      <p:ext uri="{BB962C8B-B14F-4D97-AF65-F5344CB8AC3E}">
        <p14:creationId xmlns:p14="http://schemas.microsoft.com/office/powerpoint/2010/main" val="82046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일본어 선형">
  <a:themeElements>
    <a:clrScheme name="Japandi linear 2">
      <a:dk1>
        <a:srgbClr val="000000"/>
      </a:dk1>
      <a:lt1>
        <a:srgbClr val="FFFFFF"/>
      </a:lt1>
      <a:dk2>
        <a:srgbClr val="2C3832"/>
      </a:dk2>
      <a:lt2>
        <a:srgbClr val="F2EDE3"/>
      </a:lt2>
      <a:accent1>
        <a:srgbClr val="B79C8F"/>
      </a:accent1>
      <a:accent2>
        <a:srgbClr val="8A835B"/>
      </a:accent2>
      <a:accent3>
        <a:srgbClr val="A3A588"/>
      </a:accent3>
      <a:accent4>
        <a:srgbClr val="A39382"/>
      </a:accent4>
      <a:accent5>
        <a:srgbClr val="87A3BF"/>
      </a:accent5>
      <a:accent6>
        <a:srgbClr val="6464A0"/>
      </a:accent6>
      <a:hlink>
        <a:srgbClr val="BF6E45"/>
      </a:hlink>
      <a:folHlink>
        <a:srgbClr val="B3932A"/>
      </a:folHlink>
    </a:clrScheme>
    <a:fontScheme name="Custom 24">
      <a:majorFont>
        <a:latin typeface="Nunito Sans"/>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pandi linear_Copilot Layouts_win32_SD_V13" id="{1A98D2ED-8D8F-4042-89AC-2EE345497259}" vid="{2E77DE8A-CCF8-42DD-89D0-20AB94D79FC0}"/>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9e626b82-2e62-4b56-b4f0-2eb243f478f4" xsi:nil="true"/>
    <Thumbnail xmlns="9e626b82-2e62-4b56-b4f0-2eb243f478f4" xsi:nil="true"/>
    <Vertical xmlns="9e626b82-2e62-4b56-b4f0-2eb243f478f4" xsi:nil="true"/>
    <lcf76f155ced4ddcb4097134ff3c332f xmlns="9e626b82-2e62-4b56-b4f0-2eb243f478f4">
      <Terms xmlns="http://schemas.microsoft.com/office/infopath/2007/PartnerControls"/>
    </lcf76f155ced4ddcb4097134ff3c332f>
    <Styletags_x0028_include1_x002d_3_x0029_ xmlns="9e626b82-2e62-4b56-b4f0-2eb243f478f4" xsi:nil="true"/>
    <Intent xmlns="9e626b82-2e62-4b56-b4f0-2eb243f478f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70BD21B179B1749B10B6700D890B8C6" ma:contentTypeVersion="30" ma:contentTypeDescription="Create a new document." ma:contentTypeScope="" ma:versionID="a13b221ee5b949bd1d4a5301a6f516f4">
  <xsd:schema xmlns:xsd="http://www.w3.org/2001/XMLSchema" xmlns:xs="http://www.w3.org/2001/XMLSchema" xmlns:p="http://schemas.microsoft.com/office/2006/metadata/properties" xmlns:ns1="http://schemas.microsoft.com/sharepoint/v3" xmlns:ns2="9e626b82-2e62-4b56-b4f0-2eb243f478f4" xmlns:ns3="230e9df3-be65-4c73-a93b-d1236ebd677e" xmlns:ns4="543e3375-4853-4ccc-a3e2-1512ebb9cffd" targetNamespace="http://schemas.microsoft.com/office/2006/metadata/properties" ma:root="true" ma:fieldsID="233e7f4977957a9e20bc87caea750b4e" ns1:_="" ns2:_="" ns3:_="" ns4:_="">
    <xsd:import namespace="http://schemas.microsoft.com/sharepoint/v3"/>
    <xsd:import namespace="9e626b82-2e62-4b56-b4f0-2eb243f478f4"/>
    <xsd:import namespace="230e9df3-be65-4c73-a93b-d1236ebd677e"/>
    <xsd:import namespace="543e3375-4853-4ccc-a3e2-1512ebb9cffd"/>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4:SharedWithUsers" minOccurs="0"/>
                <xsd:element ref="ns4:SharedWithDetails" minOccurs="0"/>
                <xsd:element ref="ns2:MediaServiceAutoKeyPoints" minOccurs="0"/>
                <xsd:element ref="ns2:MediaServiceKeyPoints" minOccurs="0"/>
                <xsd:element ref="ns2:MediaServiceSearchProperties" minOccurs="0"/>
                <xsd:element ref="ns1:_ip_UnifiedCompliancePolicyProperties" minOccurs="0"/>
                <xsd:element ref="ns1:_ip_UnifiedCompliancePolicyUIAction" minOccurs="0"/>
                <xsd:element ref="ns2:MediaServiceDocTags" minOccurs="0"/>
                <xsd:element ref="ns2:MediaServiceDateTaken" minOccurs="0"/>
                <xsd:element ref="ns2:MediaLengthInSeconds" minOccurs="0"/>
                <xsd:element ref="ns2:MediaServiceObjectDetectorVersions" minOccurs="0"/>
                <xsd:element ref="ns2:MediaServiceSystemTags" minOccurs="0"/>
                <xsd:element ref="ns2:Styletags_x0028_include1_x002d_3_x0029_" minOccurs="0"/>
                <xsd:element ref="ns2:Vertical" minOccurs="0"/>
                <xsd:element ref="ns2:Intent" minOccurs="0"/>
                <xsd:element ref="ns2:Thumbnai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626b82-2e62-4b56-b4f0-2eb243f478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ocTags" ma:index="23" nillable="true" ma:displayName="MediaServiceDocTags" ma:hidden="true" ma:internalName="MediaServiceDocTags" ma:readOnly="true">
      <xsd:simpleType>
        <xsd:restriction base="dms:Note"/>
      </xsd:simpleType>
    </xsd:element>
    <xsd:element name="MediaServiceDateTaken" ma:index="24" nillable="true" ma:displayName="MediaServiceDateTaken" ma:hidden="true" ma:indexed="true" ma:internalName="MediaServiceDateTaken"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Styletags_x0028_include1_x002d_3_x0029_" ma:index="28" nillable="true" ma:displayName="Style tags (include 1 - 3)" ma:format="Dropdown" ma:internalName="Styletags_x0028_include1_x002d_3_x0029_">
      <xsd:simpleType>
        <xsd:restriction base="dms:Text">
          <xsd:maxLength value="255"/>
        </xsd:restriction>
      </xsd:simpleType>
    </xsd:element>
    <xsd:element name="Vertical" ma:index="29" nillable="true" ma:displayName="Vertical" ma:format="Dropdown" ma:internalName="Vertical">
      <xsd:complexType>
        <xsd:complexContent>
          <xsd:extension base="dms:MultiChoice">
            <xsd:sequence>
              <xsd:element name="Value" maxOccurs="unbounded" minOccurs="0" nillable="true">
                <xsd:simpleType>
                  <xsd:restriction base="dms:Choice">
                    <xsd:enumeration value="Animals &amp; pets"/>
                    <xsd:enumeration value="Art &amp; design"/>
                    <xsd:enumeration value="Beauty"/>
                    <xsd:enumeration value="Business"/>
                    <xsd:enumeration value="Fashion"/>
                    <xsd:enumeration value="Floral &amp; garden"/>
                    <xsd:enumeration value="Food &amp; drink"/>
                    <xsd:enumeration value="General"/>
                    <xsd:enumeration value="Health &amp; fitness"/>
                  </xsd:restriction>
                </xsd:simpleType>
              </xsd:element>
            </xsd:sequence>
          </xsd:extension>
        </xsd:complexContent>
      </xsd:complexType>
    </xsd:element>
    <xsd:element name="Intent" ma:index="30" nillable="true" ma:displayName="Intent" ma:format="Dropdown" ma:internalName="Intent">
      <xsd:complexType>
        <xsd:complexContent>
          <xsd:extension base="dms:MultiChoice">
            <xsd:sequence>
              <xsd:element name="Value" maxOccurs="unbounded" minOccurs="0" nillable="true">
                <xsd:simpleType>
                  <xsd:restriction base="dms:Choice">
                    <xsd:enumeration value="About me"/>
                    <xsd:enumeration value="Activism"/>
                    <xsd:enumeration value="Announcement - event"/>
                    <xsd:enumeration value="Announcement - product"/>
                    <xsd:enumeration value="Business"/>
                    <xsd:enumeration value="Celebrate - holiday"/>
                    <xsd:enumeration value="Celebrate - life moments"/>
                    <xsd:enumeration value="Engagement post"/>
                    <xsd:enumeration value="Grand opening"/>
                    <xsd:enumeration value="Marketplace"/>
                    <xsd:enumeration value="Open house"/>
                    <xsd:enumeration value="Quote"/>
                    <xsd:enumeration value="Sale"/>
                    <xsd:enumeration value="Simple phrases"/>
                    <xsd:enumeration value="Subscribe"/>
                    <xsd:enumeration value="Choice 16"/>
                  </xsd:restriction>
                </xsd:simpleType>
              </xsd:element>
            </xsd:sequence>
          </xsd:extension>
        </xsd:complexContent>
      </xsd:complexType>
    </xsd:element>
    <xsd:element name="Thumbnail" ma:index="31" nillable="true" ma:displayName="Thumbnail" ma:format="Thumbnail" ma:internalName="Thumbnail">
      <xsd:simpleType>
        <xsd:restriction base="dms:Unknown"/>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6051309a-75b7-4c22-93ea-c24616af8dd0}" ma:internalName="TaxCatchAll" ma:showField="CatchAllData" ma:web="543e3375-4853-4ccc-a3e2-1512ebb9cff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43e3375-4853-4ccc-a3e2-1512ebb9cff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2.xml><?xml version="1.0" encoding="utf-8"?>
<ds:datastoreItem xmlns:ds="http://schemas.openxmlformats.org/officeDocument/2006/customXml" ds:itemID="{D1CEDABF-7176-4A42-8EF9-E5D4DD31FF6C}">
  <ds:schemaRefs>
    <ds:schemaRef ds:uri="http://schemas.microsoft.com/office/2006/documentManagement/types"/>
    <ds:schemaRef ds:uri="http://schemas.microsoft.com/sharepoint/v3"/>
    <ds:schemaRef ds:uri="http://schemas.microsoft.com/office/infopath/2007/PartnerControls"/>
    <ds:schemaRef ds:uri="http://schemas.openxmlformats.org/package/2006/metadata/core-properties"/>
    <ds:schemaRef ds:uri="http://purl.org/dc/elements/1.1/"/>
    <ds:schemaRef ds:uri="230e9df3-be65-4c73-a93b-d1236ebd677e"/>
    <ds:schemaRef ds:uri="16c05727-aa75-4e4a-9b5f-8a80a1165891"/>
    <ds:schemaRef ds:uri="71af3243-3dd4-4a8d-8c0d-dd76da1f02a5"/>
    <ds:schemaRef ds:uri="http://www.w3.org/XML/1998/namespace"/>
    <ds:schemaRef ds:uri="http://schemas.microsoft.com/office/2006/metadata/properties"/>
    <ds:schemaRef ds:uri="http://purl.org/dc/dcmitype/"/>
    <ds:schemaRef ds:uri="http://purl.org/dc/terms/"/>
    <ds:schemaRef ds:uri="9e626b82-2e62-4b56-b4f0-2eb243f478f4"/>
  </ds:schemaRefs>
</ds:datastoreItem>
</file>

<file path=customXml/itemProps3.xml><?xml version="1.0" encoding="utf-8"?>
<ds:datastoreItem xmlns:ds="http://schemas.openxmlformats.org/officeDocument/2006/customXml" ds:itemID="{A3C79C1C-D0AA-4074-B752-5BE4B1FBE0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e626b82-2e62-4b56-b4f0-2eb243f478f4"/>
    <ds:schemaRef ds:uri="230e9df3-be65-4c73-a93b-d1236ebd677e"/>
    <ds:schemaRef ds:uri="543e3375-4853-4ccc-a3e2-1512ebb9cf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117</TotalTime>
  <Words>15</Words>
  <Application>Microsoft Office PowerPoint</Application>
  <PresentationFormat>Widescreen</PresentationFormat>
  <Paragraphs>6</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일본어 선형</vt:lpstr>
      <vt:lpstr>AI가 일부 직업을 더 빠르게 대체하는 이유</vt:lpstr>
      <vt:lpstr>AI 도입 속도에 영향을 미치는 산업별 데이터 특성</vt:lpstr>
      <vt:lpstr>데이터가 풍부한 산업 vs 부족한 산업</vt:lpstr>
      <vt:lpstr>AI가 빠르게 대체하는 직업들</vt:lpstr>
      <vt:lpstr>소프트웨어 개발, 고객지원, 금융 분야</vt:lpstr>
      <vt:lpstr>AI 도입이 느린 산업의 특징</vt:lpstr>
      <vt:lpstr>의료, 건설, 교육 분야의 제약</vt:lpstr>
      <vt:lpstr>경제적 영향과 일자리 변화</vt:lpstr>
      <vt:lpstr>창조적 파괴와 일자리 재편</vt:lpstr>
      <vt:lpstr>구직자를 위한 전략적 조언</vt:lpstr>
      <vt:lpstr>적응력 중심의 역량 개발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Ziv Yang</cp:lastModifiedBy>
  <cp:revision>2</cp:revision>
  <dcterms:created xsi:type="dcterms:W3CDTF">2025-08-05T03:29:54Z</dcterms:created>
  <dcterms:modified xsi:type="dcterms:W3CDTF">2025-11-07T17:47:09Z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0x010100F70BD21B179B1749B10B6700D890B8C6</vt:lpwstr>
  </property>
  <property fmtid="{D5CDD505-2E9C-101B-9397-08002B2CF9AE}" pid="3" name="MediaServiceImageTags">
    <vt:lpwstr/>
  </property>
</Properties>
</file>