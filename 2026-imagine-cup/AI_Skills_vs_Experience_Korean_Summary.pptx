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2"/>
  </p:notesMasterIdLst>
  <p:sldIdLst>
    <p:sldId id="2561" r:id="rId5"/>
    <p:sldId id="2562" r:id="rId6"/>
    <p:sldId id="2563" r:id="rId7"/>
    <p:sldId id="2564" r:id="rId8"/>
    <p:sldId id="2565" r:id="rId9"/>
    <p:sldId id="2566" r:id="rId10"/>
    <p:sldId id="2567" r:id="rId11"/>
  </p:sldIdLst>
  <p:sldSz cx="12192000" cy="6858000"/>
  <p:notesSz cx="6858000" cy="9144000"/>
  <p:defaultTextStyle>
    <a:defPPr rtl="0">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I 기술이 경력보다 중요해지는 시대" id="{BDA9DBC5-D6C1-4FF9-B29E-424538BCCB7D}">
          <p14:sldIdLst>
            <p14:sldId id="2561"/>
          </p14:sldIdLst>
        </p14:section>
        <p14:section name="AI 기술이 경력보다 중요해지는 시대" id="{251DC3E3-FD83-4777-81E0-953C196F6837}">
          <p14:sldIdLst>
            <p14:sldId id="2562"/>
            <p14:sldId id="2563"/>
            <p14:sldId id="2564"/>
            <p14:sldId id="2565"/>
            <p14:sldId id="2566"/>
            <p14:sldId id="25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622DD0-7353-4662-9E64-4CB96D6B969F}" v="10" dt="2025-11-07T17:41:36.9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5A622DD0-7353-4662-9E64-4CB96D6B969F}"/>
    <pc:docChg chg="addSld delSld modSld addSection">
      <pc:chgData name="" userId="" providerId="" clId="Web-{5A622DD0-7353-4662-9E64-4CB96D6B969F}" dt="2025-11-07T17:41:36.967" v="10" actId="34807"/>
      <pc:docMkLst>
        <pc:docMk/>
      </pc:docMkLst>
      <pc:sldChg chg="del">
        <pc:chgData name="" userId="" providerId="" clId="Web-{5A622DD0-7353-4662-9E64-4CB96D6B969F}" dt="2025-11-07T17:41:36.904" v="0" actId="34807"/>
        <pc:sldMkLst>
          <pc:docMk/>
          <pc:sldMk cId="1538654294" sldId="256"/>
        </pc:sldMkLst>
      </pc:sldChg>
      <pc:sldChg chg="modSp add mod addAnim chgLayout">
        <pc:chgData name="" userId="" providerId="" clId="Web-{5A622DD0-7353-4662-9E64-4CB96D6B969F}" dt="2025-11-07T17:41:36.967" v="4" actId="34807"/>
        <pc:sldMkLst>
          <pc:docMk/>
          <pc:sldMk cId="2435603977" sldId="2561"/>
        </pc:sldMkLst>
        <pc:spChg chg="mod">
          <ac:chgData name="" userId="" providerId="" clId="Web-{5A622DD0-7353-4662-9E64-4CB96D6B969F}" dt="2025-11-07T17:41:36.967" v="1" actId="34807"/>
          <ac:spMkLst>
            <pc:docMk/>
            <pc:sldMk cId="2435603977" sldId="2561"/>
            <ac:spMk id="2" creationId="{C2DBE1B2-BED8-16AB-B92A-EE612D19FD4A}"/>
          </ac:spMkLst>
        </pc:spChg>
        <pc:spChg chg="mod">
          <ac:chgData name="" userId="" providerId="" clId="Web-{5A622DD0-7353-4662-9E64-4CB96D6B969F}" dt="2025-11-07T17:41:36.967" v="1" actId="34807"/>
          <ac:spMkLst>
            <pc:docMk/>
            <pc:sldMk cId="2435603977" sldId="2561"/>
            <ac:spMk id="3" creationId="{B9910510-0A86-EA9D-CF06-62344CAE57F0}"/>
          </ac:spMkLst>
        </pc:spChg>
        <pc:spChg chg="mod">
          <ac:chgData name="" userId="" providerId="" clId="Web-{5A622DD0-7353-4662-9E64-4CB96D6B969F}" dt="2025-11-07T17:41:36.967" v="1" actId="34807"/>
          <ac:spMkLst>
            <pc:docMk/>
            <pc:sldMk cId="2435603977" sldId="2561"/>
            <ac:spMk id="4" creationId="{1EAE3F6C-D0F0-077B-FB46-00E329CADDFF}"/>
          </ac:spMkLst>
        </pc:spChg>
        <pc:spChg chg="mod">
          <ac:chgData name="" userId="" providerId="" clId="Web-{5A622DD0-7353-4662-9E64-4CB96D6B969F}" dt="2025-11-07T17:41:36.967" v="1" actId="34807"/>
          <ac:spMkLst>
            <pc:docMk/>
            <pc:sldMk cId="2435603977" sldId="2561"/>
            <ac:spMk id="5" creationId="{625C33FB-B7BE-194D-770D-B6EA6421BDA2}"/>
          </ac:spMkLst>
        </pc:spChg>
        <pc:spChg chg="mod">
          <ac:chgData name="" userId="" providerId="" clId="Web-{5A622DD0-7353-4662-9E64-4CB96D6B969F}" dt="2025-11-07T17:41:36.967" v="1" actId="34807"/>
          <ac:spMkLst>
            <pc:docMk/>
            <pc:sldMk cId="2435603977" sldId="2561"/>
            <ac:spMk id="6" creationId="{CA6C6331-7386-21F2-8B5D-C0E4BAD30CBD}"/>
          </ac:spMkLst>
        </pc:spChg>
        <pc:picChg chg="mod ord">
          <ac:chgData name="" userId="" providerId="" clId="Web-{5A622DD0-7353-4662-9E64-4CB96D6B969F}" dt="2025-11-07T17:41:36.967" v="1" actId="34807"/>
          <ac:picMkLst>
            <pc:docMk/>
            <pc:sldMk cId="2435603977" sldId="2561"/>
            <ac:picMk id="7" creationId="{E5571A60-4F1E-4837-98E3-F71799BD5BAB}"/>
          </ac:picMkLst>
        </pc:picChg>
      </pc:sldChg>
      <pc:sldChg chg="modSp add mod modTransition modClrScheme addAnim chgLayout">
        <pc:chgData name="" userId="" providerId="" clId="Web-{5A622DD0-7353-4662-9E64-4CB96D6B969F}" dt="2025-11-07T17:41:36.967" v="5" actId="34807"/>
        <pc:sldMkLst>
          <pc:docMk/>
          <pc:sldMk cId="2676913071" sldId="2562"/>
        </pc:sldMkLst>
        <pc:spChg chg="mod">
          <ac:chgData name="" userId="" providerId="" clId="Web-{5A622DD0-7353-4662-9E64-4CB96D6B969F}" dt="2025-11-07T17:41:36.967" v="1" actId="34807"/>
          <ac:spMkLst>
            <pc:docMk/>
            <pc:sldMk cId="2676913071" sldId="2562"/>
            <ac:spMk id="2" creationId="{F2450504-386C-A3BF-9B9C-E2AF0733659B}"/>
          </ac:spMkLst>
        </pc:spChg>
        <pc:spChg chg="mod">
          <ac:chgData name="" userId="" providerId="" clId="Web-{5A622DD0-7353-4662-9E64-4CB96D6B969F}" dt="2025-11-07T17:41:36.967" v="1" actId="34807"/>
          <ac:spMkLst>
            <pc:docMk/>
            <pc:sldMk cId="2676913071" sldId="2562"/>
            <ac:spMk id="4" creationId="{00D83396-B3D9-48E3-1696-317BADAB29A0}"/>
          </ac:spMkLst>
        </pc:spChg>
        <pc:spChg chg="mod">
          <ac:chgData name="" userId="" providerId="" clId="Web-{5A622DD0-7353-4662-9E64-4CB96D6B969F}" dt="2025-11-07T17:41:36.967" v="1" actId="34807"/>
          <ac:spMkLst>
            <pc:docMk/>
            <pc:sldMk cId="2676913071" sldId="2562"/>
            <ac:spMk id="5" creationId="{DB6153FD-5CAF-EADD-C521-47A1EC7791D2}"/>
          </ac:spMkLst>
        </pc:spChg>
        <pc:spChg chg="mod">
          <ac:chgData name="" userId="" providerId="" clId="Web-{5A622DD0-7353-4662-9E64-4CB96D6B969F}" dt="2025-11-07T17:41:36.967" v="1" actId="34807"/>
          <ac:spMkLst>
            <pc:docMk/>
            <pc:sldMk cId="2676913071" sldId="2562"/>
            <ac:spMk id="6" creationId="{9D36E44C-F68C-DEAC-FD93-A73847581DAA}"/>
          </ac:spMkLst>
        </pc:spChg>
      </pc:sldChg>
      <pc:sldChg chg="modSp add mod modTransition modClrScheme addAnim chgLayout">
        <pc:chgData name="" userId="" providerId="" clId="Web-{5A622DD0-7353-4662-9E64-4CB96D6B969F}" dt="2025-11-07T17:41:36.967" v="6" actId="34807"/>
        <pc:sldMkLst>
          <pc:docMk/>
          <pc:sldMk cId="3887512529" sldId="2563"/>
        </pc:sldMkLst>
        <pc:spChg chg="mod">
          <ac:chgData name="" userId="" providerId="" clId="Web-{5A622DD0-7353-4662-9E64-4CB96D6B969F}" dt="2025-11-07T17:41:36.967" v="1" actId="34807"/>
          <ac:spMkLst>
            <pc:docMk/>
            <pc:sldMk cId="3887512529" sldId="2563"/>
            <ac:spMk id="2" creationId="{4AB9266E-B745-1162-B708-A734120D9C24}"/>
          </ac:spMkLst>
        </pc:spChg>
        <pc:spChg chg="mod">
          <ac:chgData name="" userId="" providerId="" clId="Web-{5A622DD0-7353-4662-9E64-4CB96D6B969F}" dt="2025-11-07T17:41:36.967" v="1" actId="34807"/>
          <ac:spMkLst>
            <pc:docMk/>
            <pc:sldMk cId="3887512529" sldId="2563"/>
            <ac:spMk id="4" creationId="{F62673F7-01D9-B8B3-BF5B-203155B8F556}"/>
          </ac:spMkLst>
        </pc:spChg>
        <pc:spChg chg="mod">
          <ac:chgData name="" userId="" providerId="" clId="Web-{5A622DD0-7353-4662-9E64-4CB96D6B969F}" dt="2025-11-07T17:41:36.967" v="1" actId="34807"/>
          <ac:spMkLst>
            <pc:docMk/>
            <pc:sldMk cId="3887512529" sldId="2563"/>
            <ac:spMk id="5" creationId="{B22396FD-6A88-EE49-EFF4-E0F2E561B585}"/>
          </ac:spMkLst>
        </pc:spChg>
        <pc:spChg chg="mod">
          <ac:chgData name="" userId="" providerId="" clId="Web-{5A622DD0-7353-4662-9E64-4CB96D6B969F}" dt="2025-11-07T17:41:36.967" v="1" actId="34807"/>
          <ac:spMkLst>
            <pc:docMk/>
            <pc:sldMk cId="3887512529" sldId="2563"/>
            <ac:spMk id="6" creationId="{601D7934-2DF7-E879-0C35-482F3D9A0E17}"/>
          </ac:spMkLst>
        </pc:spChg>
        <pc:spChg chg="mod">
          <ac:chgData name="" userId="" providerId="" clId="Web-{5A622DD0-7353-4662-9E64-4CB96D6B969F}" dt="2025-11-07T17:41:36.967" v="1" actId="34807"/>
          <ac:spMkLst>
            <pc:docMk/>
            <pc:sldMk cId="3887512529" sldId="2563"/>
            <ac:spMk id="7" creationId="{E154A68E-9440-63FE-2662-4476BE0B7FCA}"/>
          </ac:spMkLst>
        </pc:spChg>
        <pc:picChg chg="mod">
          <ac:chgData name="" userId="" providerId="" clId="Web-{5A622DD0-7353-4662-9E64-4CB96D6B969F}" dt="2025-11-07T17:41:36.967" v="1" actId="34807"/>
          <ac:picMkLst>
            <pc:docMk/>
            <pc:sldMk cId="3887512529" sldId="2563"/>
            <ac:picMk id="8" creationId="{389F6376-2FB0-45B4-896E-22E7052C0DC3}"/>
          </ac:picMkLst>
        </pc:picChg>
      </pc:sldChg>
      <pc:sldChg chg="modSp add mod modTransition modClrScheme addAnim chgLayout">
        <pc:chgData name="" userId="" providerId="" clId="Web-{5A622DD0-7353-4662-9E64-4CB96D6B969F}" dt="2025-11-07T17:41:36.967" v="7" actId="34807"/>
        <pc:sldMkLst>
          <pc:docMk/>
          <pc:sldMk cId="3495066960" sldId="2564"/>
        </pc:sldMkLst>
        <pc:spChg chg="mod">
          <ac:chgData name="" userId="" providerId="" clId="Web-{5A622DD0-7353-4662-9E64-4CB96D6B969F}" dt="2025-11-07T17:41:36.967" v="1" actId="34807"/>
          <ac:spMkLst>
            <pc:docMk/>
            <pc:sldMk cId="3495066960" sldId="2564"/>
            <ac:spMk id="2" creationId="{789A8A26-D5FA-1BDB-AB6E-F1F523FBE52A}"/>
          </ac:spMkLst>
        </pc:spChg>
        <pc:spChg chg="mod">
          <ac:chgData name="" userId="" providerId="" clId="Web-{5A622DD0-7353-4662-9E64-4CB96D6B969F}" dt="2025-11-07T17:41:36.967" v="1" actId="34807"/>
          <ac:spMkLst>
            <pc:docMk/>
            <pc:sldMk cId="3495066960" sldId="2564"/>
            <ac:spMk id="4" creationId="{3FFB636A-EB32-C18A-7378-7865296CA181}"/>
          </ac:spMkLst>
        </pc:spChg>
        <pc:spChg chg="mod">
          <ac:chgData name="" userId="" providerId="" clId="Web-{5A622DD0-7353-4662-9E64-4CB96D6B969F}" dt="2025-11-07T17:41:36.967" v="1" actId="34807"/>
          <ac:spMkLst>
            <pc:docMk/>
            <pc:sldMk cId="3495066960" sldId="2564"/>
            <ac:spMk id="5" creationId="{8A40ABF6-33B7-1853-9A05-9FB3698264FE}"/>
          </ac:spMkLst>
        </pc:spChg>
        <pc:spChg chg="mod">
          <ac:chgData name="" userId="" providerId="" clId="Web-{5A622DD0-7353-4662-9E64-4CB96D6B969F}" dt="2025-11-07T17:41:36.967" v="1" actId="34807"/>
          <ac:spMkLst>
            <pc:docMk/>
            <pc:sldMk cId="3495066960" sldId="2564"/>
            <ac:spMk id="6" creationId="{AAB84460-A790-4DDF-6215-875F0296C44F}"/>
          </ac:spMkLst>
        </pc:spChg>
        <pc:spChg chg="mod">
          <ac:chgData name="" userId="" providerId="" clId="Web-{5A622DD0-7353-4662-9E64-4CB96D6B969F}" dt="2025-11-07T17:41:36.967" v="1" actId="34807"/>
          <ac:spMkLst>
            <pc:docMk/>
            <pc:sldMk cId="3495066960" sldId="2564"/>
            <ac:spMk id="7" creationId="{9A24EA5B-D236-3B3A-50CA-BC3A6372CB9F}"/>
          </ac:spMkLst>
        </pc:spChg>
        <pc:picChg chg="mod">
          <ac:chgData name="" userId="" providerId="" clId="Web-{5A622DD0-7353-4662-9E64-4CB96D6B969F}" dt="2025-11-07T17:41:36.967" v="1" actId="34807"/>
          <ac:picMkLst>
            <pc:docMk/>
            <pc:sldMk cId="3495066960" sldId="2564"/>
            <ac:picMk id="8" creationId="{BCC24AC9-83D5-4AF5-B668-B1EA812BABB1}"/>
          </ac:picMkLst>
        </pc:picChg>
      </pc:sldChg>
      <pc:sldChg chg="modSp add mod modTransition modClrScheme addAnim chgLayout">
        <pc:chgData name="" userId="" providerId="" clId="Web-{5A622DD0-7353-4662-9E64-4CB96D6B969F}" dt="2025-11-07T17:41:36.967" v="8" actId="34807"/>
        <pc:sldMkLst>
          <pc:docMk/>
          <pc:sldMk cId="3579272132" sldId="2565"/>
        </pc:sldMkLst>
        <pc:spChg chg="mod">
          <ac:chgData name="" userId="" providerId="" clId="Web-{5A622DD0-7353-4662-9E64-4CB96D6B969F}" dt="2025-11-07T17:41:36.967" v="1" actId="34807"/>
          <ac:spMkLst>
            <pc:docMk/>
            <pc:sldMk cId="3579272132" sldId="2565"/>
            <ac:spMk id="2" creationId="{E06480F5-B9F8-69DF-156E-F3FF3353DA04}"/>
          </ac:spMkLst>
        </pc:spChg>
        <pc:spChg chg="mod">
          <ac:chgData name="" userId="" providerId="" clId="Web-{5A622DD0-7353-4662-9E64-4CB96D6B969F}" dt="2025-11-07T17:41:36.967" v="1" actId="34807"/>
          <ac:spMkLst>
            <pc:docMk/>
            <pc:sldMk cId="3579272132" sldId="2565"/>
            <ac:spMk id="4" creationId="{F701F315-073A-A842-DB6B-F2459DD232C9}"/>
          </ac:spMkLst>
        </pc:spChg>
        <pc:spChg chg="mod">
          <ac:chgData name="" userId="" providerId="" clId="Web-{5A622DD0-7353-4662-9E64-4CB96D6B969F}" dt="2025-11-07T17:41:36.967" v="1" actId="34807"/>
          <ac:spMkLst>
            <pc:docMk/>
            <pc:sldMk cId="3579272132" sldId="2565"/>
            <ac:spMk id="5" creationId="{1CC459A7-2844-1A80-A328-5F4BA41F1E26}"/>
          </ac:spMkLst>
        </pc:spChg>
        <pc:spChg chg="mod">
          <ac:chgData name="" userId="" providerId="" clId="Web-{5A622DD0-7353-4662-9E64-4CB96D6B969F}" dt="2025-11-07T17:41:36.967" v="1" actId="34807"/>
          <ac:spMkLst>
            <pc:docMk/>
            <pc:sldMk cId="3579272132" sldId="2565"/>
            <ac:spMk id="6" creationId="{FA165315-FD96-5F14-C4A9-A7BD3973AC50}"/>
          </ac:spMkLst>
        </pc:spChg>
        <pc:spChg chg="mod">
          <ac:chgData name="" userId="" providerId="" clId="Web-{5A622DD0-7353-4662-9E64-4CB96D6B969F}" dt="2025-11-07T17:41:36.967" v="1" actId="34807"/>
          <ac:spMkLst>
            <pc:docMk/>
            <pc:sldMk cId="3579272132" sldId="2565"/>
            <ac:spMk id="7" creationId="{093289E4-34EE-9930-D03D-BDA370485A4F}"/>
          </ac:spMkLst>
        </pc:spChg>
        <pc:picChg chg="mod">
          <ac:chgData name="" userId="" providerId="" clId="Web-{5A622DD0-7353-4662-9E64-4CB96D6B969F}" dt="2025-11-07T17:41:36.967" v="1" actId="34807"/>
          <ac:picMkLst>
            <pc:docMk/>
            <pc:sldMk cId="3579272132" sldId="2565"/>
            <ac:picMk id="8" creationId="{4B612FAA-5F62-445C-A57F-51D5F1B490A7}"/>
          </ac:picMkLst>
        </pc:picChg>
      </pc:sldChg>
      <pc:sldChg chg="modSp add mod modTransition modClrScheme addAnim chgLayout">
        <pc:chgData name="" userId="" providerId="" clId="Web-{5A622DD0-7353-4662-9E64-4CB96D6B969F}" dt="2025-11-07T17:41:36.967" v="9" actId="34807"/>
        <pc:sldMkLst>
          <pc:docMk/>
          <pc:sldMk cId="576833614" sldId="2566"/>
        </pc:sldMkLst>
        <pc:spChg chg="mod">
          <ac:chgData name="" userId="" providerId="" clId="Web-{5A622DD0-7353-4662-9E64-4CB96D6B969F}" dt="2025-11-07T17:41:36.967" v="1" actId="34807"/>
          <ac:spMkLst>
            <pc:docMk/>
            <pc:sldMk cId="576833614" sldId="2566"/>
            <ac:spMk id="2" creationId="{9F962367-44C9-0462-D6A3-0F0762AF17A3}"/>
          </ac:spMkLst>
        </pc:spChg>
        <pc:spChg chg="mod">
          <ac:chgData name="" userId="" providerId="" clId="Web-{5A622DD0-7353-4662-9E64-4CB96D6B969F}" dt="2025-11-07T17:41:36.967" v="1" actId="34807"/>
          <ac:spMkLst>
            <pc:docMk/>
            <pc:sldMk cId="576833614" sldId="2566"/>
            <ac:spMk id="4" creationId="{90B2383D-8865-6888-4E48-69D098281892}"/>
          </ac:spMkLst>
        </pc:spChg>
        <pc:spChg chg="mod">
          <ac:chgData name="" userId="" providerId="" clId="Web-{5A622DD0-7353-4662-9E64-4CB96D6B969F}" dt="2025-11-07T17:41:36.967" v="1" actId="34807"/>
          <ac:spMkLst>
            <pc:docMk/>
            <pc:sldMk cId="576833614" sldId="2566"/>
            <ac:spMk id="5" creationId="{274B8700-DF3B-4BD3-F2F9-A9A21C1EB433}"/>
          </ac:spMkLst>
        </pc:spChg>
        <pc:spChg chg="mod">
          <ac:chgData name="" userId="" providerId="" clId="Web-{5A622DD0-7353-4662-9E64-4CB96D6B969F}" dt="2025-11-07T17:41:36.967" v="1" actId="34807"/>
          <ac:spMkLst>
            <pc:docMk/>
            <pc:sldMk cId="576833614" sldId="2566"/>
            <ac:spMk id="6" creationId="{75AC08A4-5BCD-9B86-74A4-22256DBB5683}"/>
          </ac:spMkLst>
        </pc:spChg>
        <pc:spChg chg="mod">
          <ac:chgData name="" userId="" providerId="" clId="Web-{5A622DD0-7353-4662-9E64-4CB96D6B969F}" dt="2025-11-07T17:41:36.967" v="1" actId="34807"/>
          <ac:spMkLst>
            <pc:docMk/>
            <pc:sldMk cId="576833614" sldId="2566"/>
            <ac:spMk id="7" creationId="{319B655C-C6E0-279A-2675-CB4095988779}"/>
          </ac:spMkLst>
        </pc:spChg>
        <pc:picChg chg="mod">
          <ac:chgData name="" userId="" providerId="" clId="Web-{5A622DD0-7353-4662-9E64-4CB96D6B969F}" dt="2025-11-07T17:41:36.967" v="1" actId="34807"/>
          <ac:picMkLst>
            <pc:docMk/>
            <pc:sldMk cId="576833614" sldId="2566"/>
            <ac:picMk id="8" creationId="{A2C957D9-B3E4-4123-8DAB-67914262A371}"/>
          </ac:picMkLst>
        </pc:picChg>
      </pc:sldChg>
      <pc:sldChg chg="modSp add mod modTransition modClrScheme addAnim chgLayout">
        <pc:chgData name="" userId="" providerId="" clId="Web-{5A622DD0-7353-4662-9E64-4CB96D6B969F}" dt="2025-11-07T17:41:36.967" v="10" actId="34807"/>
        <pc:sldMkLst>
          <pc:docMk/>
          <pc:sldMk cId="16842220" sldId="2567"/>
        </pc:sldMkLst>
        <pc:spChg chg="mod">
          <ac:chgData name="" userId="" providerId="" clId="Web-{5A622DD0-7353-4662-9E64-4CB96D6B969F}" dt="2025-11-07T17:41:36.967" v="1" actId="34807"/>
          <ac:spMkLst>
            <pc:docMk/>
            <pc:sldMk cId="16842220" sldId="2567"/>
            <ac:spMk id="2" creationId="{6692AC49-68FB-F99A-7D20-0DA0C0BC7893}"/>
          </ac:spMkLst>
        </pc:spChg>
        <pc:spChg chg="mod">
          <ac:chgData name="" userId="" providerId="" clId="Web-{5A622DD0-7353-4662-9E64-4CB96D6B969F}" dt="2025-11-07T17:41:36.967" v="1" actId="34807"/>
          <ac:spMkLst>
            <pc:docMk/>
            <pc:sldMk cId="16842220" sldId="2567"/>
            <ac:spMk id="4" creationId="{0477653E-359D-FEC3-7681-604912D0013E}"/>
          </ac:spMkLst>
        </pc:spChg>
        <pc:spChg chg="mod">
          <ac:chgData name="" userId="" providerId="" clId="Web-{5A622DD0-7353-4662-9E64-4CB96D6B969F}" dt="2025-11-07T17:41:36.967" v="1" actId="34807"/>
          <ac:spMkLst>
            <pc:docMk/>
            <pc:sldMk cId="16842220" sldId="2567"/>
            <ac:spMk id="5" creationId="{CC4A016F-3644-2B7B-7917-3AE545D8E72A}"/>
          </ac:spMkLst>
        </pc:spChg>
        <pc:spChg chg="mod">
          <ac:chgData name="" userId="" providerId="" clId="Web-{5A622DD0-7353-4662-9E64-4CB96D6B969F}" dt="2025-11-07T17:41:36.967" v="1" actId="34807"/>
          <ac:spMkLst>
            <pc:docMk/>
            <pc:sldMk cId="16842220" sldId="2567"/>
            <ac:spMk id="6" creationId="{C76E5050-936A-A6E2-783F-650C834ED2F2}"/>
          </ac:spMkLst>
        </pc:spChg>
        <pc:spChg chg="mod">
          <ac:chgData name="" userId="" providerId="" clId="Web-{5A622DD0-7353-4662-9E64-4CB96D6B969F}" dt="2025-11-07T17:41:36.967" v="1" actId="34807"/>
          <ac:spMkLst>
            <pc:docMk/>
            <pc:sldMk cId="16842220" sldId="2567"/>
            <ac:spMk id="7" creationId="{0E557E5A-E9B5-A6C1-D94E-FFB99AF3DB67}"/>
          </ac:spMkLst>
        </pc:spChg>
        <pc:picChg chg="mod">
          <ac:chgData name="" userId="" providerId="" clId="Web-{5A622DD0-7353-4662-9E64-4CB96D6B969F}" dt="2025-11-07T17:41:36.967" v="1" actId="34807"/>
          <ac:picMkLst>
            <pc:docMk/>
            <pc:sldMk cId="16842220" sldId="2567"/>
            <ac:picMk id="8" creationId="{481EB7D3-F21F-4B93-A5BA-92B31ADF562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2D6743-2ECE-4154-85EF-FD70FBECC0F8}" type="datetimeFigureOut">
              <a:t>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4D945F-D768-44BA-8438-945CE34480F6}" type="slidenum">
              <a:t>‹#›</a:t>
            </a:fld>
            <a:endParaRPr lang="en-US"/>
          </a:p>
        </p:txBody>
      </p:sp>
    </p:spTree>
    <p:extLst>
      <p:ext uri="{BB962C8B-B14F-4D97-AF65-F5344CB8AC3E}">
        <p14:creationId xmlns:p14="http://schemas.microsoft.com/office/powerpoint/2010/main" val="2824204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생성 콘텐츠는 정확하지 않을 수 있습니다.
---
</a:t>
            </a:r>
          </a:p>
        </p:txBody>
      </p:sp>
      <p:sp>
        <p:nvSpPr>
          <p:cNvPr id="4" name="Slide Number Placeholder 3"/>
          <p:cNvSpPr>
            <a:spLocks noGrp="1"/>
          </p:cNvSpPr>
          <p:nvPr>
            <p:ph type="sldNum" sz="quarter" idx="5"/>
          </p:nvPr>
        </p:nvSpPr>
        <p:spPr/>
        <p:txBody>
          <a:bodyPr/>
          <a:lstStyle/>
          <a:p>
            <a:fld id="{8FAA93BA-196F-4FA9-9117-39F92F1F5AEA}" type="slidenum">
              <a:t>1</a:t>
            </a:fld>
            <a:endParaRPr lang="en-US"/>
          </a:p>
        </p:txBody>
      </p:sp>
    </p:spTree>
    <p:extLst>
      <p:ext uri="{BB962C8B-B14F-4D97-AF65-F5344CB8AC3E}">
        <p14:creationId xmlns:p14="http://schemas.microsoft.com/office/powerpoint/2010/main" val="30723079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 기술의 중요성 증가, 직장 내 AI 도구 활용, AI 전문 인력 수요 급증, AI 슈퍼 유저의 등장, 교육과 기업의 대응 필요</a:t>
            </a:r>
          </a:p>
        </p:txBody>
      </p:sp>
      <p:sp>
        <p:nvSpPr>
          <p:cNvPr id="4" name="Slide Number Placeholder 3"/>
          <p:cNvSpPr>
            <a:spLocks noGrp="1"/>
          </p:cNvSpPr>
          <p:nvPr>
            <p:ph type="sldNum" sz="quarter" idx="5"/>
          </p:nvPr>
        </p:nvSpPr>
        <p:spPr/>
        <p:txBody>
          <a:bodyPr/>
          <a:lstStyle/>
          <a:p>
            <a:fld id="{8FAA93BA-196F-4FA9-9117-39F92F1F5AEA}" type="slidenum">
              <a:t>2</a:t>
            </a:fld>
            <a:endParaRPr lang="en-US"/>
          </a:p>
        </p:txBody>
      </p:sp>
    </p:spTree>
    <p:extLst>
      <p:ext uri="{BB962C8B-B14F-4D97-AF65-F5344CB8AC3E}">
        <p14:creationId xmlns:p14="http://schemas.microsoft.com/office/powerpoint/2010/main" val="1311618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최근 Microsoft와 LinkedIn의 공동 연구에 따르면, 기업들이 인재를 채용할 때 경력보다 AI 기술 역량을 더 중요하게 고려하는 경향이 증가하고 있습니다. 조사에 참여한 기업 리더의 약 3분의 2는 AI 기술이 없는 지원자를 채용하지 않겠다고 응답했으며, 4분의 3에 가까운 응답자는 경력이 부족하더라도 AI 기술을 갖춘 지원자를 선호한다고 밝혔습니다. 이는 AI 기술이 단순한 기술적 능력을 넘어, 업무 효율성과 창의성 향상에 기여할 수 있는 핵심 역량으로 자리잡고 있음을 보여줍니다. 특히 생성형 AI의 확산으로 인해 다양한 산업 분야에서 AI 활용 능력이 필수적인 요소로 부상하고 있으며, 이는 채용 기준의 변화뿐만 아니라 직무 수행 방식에도 큰 영향을 미치고 있습니다.</a:t>
            </a:r>
          </a:p>
        </p:txBody>
      </p:sp>
      <p:sp>
        <p:nvSpPr>
          <p:cNvPr id="4" name="Slide Number Placeholder 3"/>
          <p:cNvSpPr>
            <a:spLocks noGrp="1"/>
          </p:cNvSpPr>
          <p:nvPr>
            <p:ph type="sldNum" sz="quarter" idx="5"/>
          </p:nvPr>
        </p:nvSpPr>
        <p:spPr/>
        <p:txBody>
          <a:bodyPr/>
          <a:lstStyle/>
          <a:p>
            <a:fld id="{8FAA93BA-196F-4FA9-9117-39F92F1F5AEA}" type="slidenum">
              <a:t>3</a:t>
            </a:fld>
            <a:endParaRPr lang="en-US"/>
          </a:p>
        </p:txBody>
      </p:sp>
    </p:spTree>
    <p:extLst>
      <p:ext uri="{BB962C8B-B14F-4D97-AF65-F5344CB8AC3E}">
        <p14:creationId xmlns:p14="http://schemas.microsoft.com/office/powerpoint/2010/main" val="2970897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조사에 따르면 직장인의 약 75%가 생성형 AI를 업무에 활용하고 있으며, 이 중 78%는 개인적으로 AI 도구를 도입하여 사용하고 있습니다. 특히 중소기업에서 이러한 경향이 두드러지며, 반복적이고 단순한 업무를 줄이는 데 AI가 효과적으로 사용되고 있습니다. 그러나 AI 도구를 사용하는 직원들 중 절반 이상은 자신이 대체될 수 있다는 불안감을 느끼고 있으며, 약 45%는 AI가 자신의 직업을 위협할 수 있다고 우려하고 있습니다. 이러한 양면적인 반응은 AI 기술이 업무 효율성을 높이는 동시에 고용 안정성에 대한 새로운 고민을 불러일으키고 있음을 보여줍니다. 따라서 기업은 AI 도입 시 직원의 불안감을 해소하고, AI를 보완적 도구로 활용할 수 있도록 교육과 지원을 병행해야 합니다.</a:t>
            </a:r>
          </a:p>
        </p:txBody>
      </p:sp>
      <p:sp>
        <p:nvSpPr>
          <p:cNvPr id="4" name="Slide Number Placeholder 3"/>
          <p:cNvSpPr>
            <a:spLocks noGrp="1"/>
          </p:cNvSpPr>
          <p:nvPr>
            <p:ph type="sldNum" sz="quarter" idx="5"/>
          </p:nvPr>
        </p:nvSpPr>
        <p:spPr/>
        <p:txBody>
          <a:bodyPr/>
          <a:lstStyle/>
          <a:p>
            <a:fld id="{8FAA93BA-196F-4FA9-9117-39F92F1F5AEA}" type="slidenum">
              <a:t>4</a:t>
            </a:fld>
            <a:endParaRPr lang="en-US"/>
          </a:p>
        </p:txBody>
      </p:sp>
    </p:spTree>
    <p:extLst>
      <p:ext uri="{BB962C8B-B14F-4D97-AF65-F5344CB8AC3E}">
        <p14:creationId xmlns:p14="http://schemas.microsoft.com/office/powerpoint/2010/main" val="260682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PwC의 2024년 AI 직업 바로미터에 따르면, AI 전문 기술을 요구하는 직업은 전체 직업 평균보다 3.5배 빠르게 증가하고 있으며, AI 기술을 보유한 인력은 평균적으로 25% 더 높은 급여를 받고 있습니다. 이러한 현상은 기술직뿐만 아니라 법률, 마케팅, 회계 등 다양한 분야에서도 나타나고 있으며, AI 기술이 산업 전반에 걸쳐 필수 역량으로 자리잡고 있음을 보여줍니다. 특히 콘텐츠 작성자, 그래픽 디자이너, 마케팅 관리자 등 창의적 직무에서 AI 기술을 적극적으로 도입하고 있으며, 이는 AI가 단순한 기술적 도구를 넘어 창의성과 전략적 사고를 지원하는 역할을 하고 있음을 시사합니다. 기업은 이러한 수요에 대응하기 위해 AI 역량을 갖춘 인재 확보에 집중하고 있으며, 이는 채용 전략과 인재 개발 방향에 큰 변화를 가져오고 있습니다.</a:t>
            </a:r>
          </a:p>
        </p:txBody>
      </p:sp>
      <p:sp>
        <p:nvSpPr>
          <p:cNvPr id="4" name="Slide Number Placeholder 3"/>
          <p:cNvSpPr>
            <a:spLocks noGrp="1"/>
          </p:cNvSpPr>
          <p:nvPr>
            <p:ph type="sldNum" sz="quarter" idx="5"/>
          </p:nvPr>
        </p:nvSpPr>
        <p:spPr/>
        <p:txBody>
          <a:bodyPr/>
          <a:lstStyle/>
          <a:p>
            <a:fld id="{8FAA93BA-196F-4FA9-9117-39F92F1F5AEA}" type="slidenum">
              <a:t>5</a:t>
            </a:fld>
            <a:endParaRPr lang="en-US"/>
          </a:p>
        </p:txBody>
      </p:sp>
    </p:spTree>
    <p:extLst>
      <p:ext uri="{BB962C8B-B14F-4D97-AF65-F5344CB8AC3E}">
        <p14:creationId xmlns:p14="http://schemas.microsoft.com/office/powerpoint/2010/main" val="3890316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AI 기술을 적극적으로 활용하고 업무 방식 자체를 AI 중심으로 재설계하는 'AI 슈퍼 유저'가 등장하고 있습니다. 이들은 업무 시작과 종료 시 AI 도구를 활용하고, 다양한 업무에 AI를 적용하여 효율성을 극대화하고 있습니다. 예를 들어 회의 내용을 정리하거나, 시각 콘텐츠를 디자인하고, 아이디어를 브레인스토밍하며, 고객과의 상호작용에도 AI를 활용합니다. 또한 이들은 조직 내 전체 업무 프로세스를 AI 기반으로 재구성하는 데도 앞장서고 있으며, 일반 사용자보다 66% 더 높은 확률로 비즈니스 프로세스를 재설계하고 있습니다. 이러한 슈퍼 유저는 AI 기술을 단순히 사용하는 수준을 넘어, 조직의 혁신을 주도하는 핵심 인재로 부상하고 있으며, AI 기술을 통해 창의성 향상, 업무 동기 부여, 승진 기회 확대 등 다양한 혜택을 누리고 있습니다.</a:t>
            </a:r>
          </a:p>
        </p:txBody>
      </p:sp>
      <p:sp>
        <p:nvSpPr>
          <p:cNvPr id="4" name="Slide Number Placeholder 3"/>
          <p:cNvSpPr>
            <a:spLocks noGrp="1"/>
          </p:cNvSpPr>
          <p:nvPr>
            <p:ph type="sldNum" sz="quarter" idx="5"/>
          </p:nvPr>
        </p:nvSpPr>
        <p:spPr/>
        <p:txBody>
          <a:bodyPr/>
          <a:lstStyle/>
          <a:p>
            <a:fld id="{8FAA93BA-196F-4FA9-9117-39F92F1F5AEA}" type="slidenum">
              <a:t>6</a:t>
            </a:fld>
            <a:endParaRPr lang="en-US"/>
          </a:p>
        </p:txBody>
      </p:sp>
    </p:spTree>
    <p:extLst>
      <p:ext uri="{BB962C8B-B14F-4D97-AF65-F5344CB8AC3E}">
        <p14:creationId xmlns:p14="http://schemas.microsoft.com/office/powerpoint/2010/main" val="2898573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AI 기술의 급속한 확산은 교육 시스템과 기업의 대응을 요구하고 있습니다. PwC의 분석에 따르면, AI 관련 직무의 역량 변화 속도는 일반 직무보다 25% 빠르며, 이는 기존 교육 방식으로는 대응하기 어려운 수준입니다. 이에 따라 세계경제포럼은 'Good Work Alliance'와 'Education 4.0' 프레임워크를 통해 AI를 책임감 있게 도입하고, 교육 시스템이 차세대 인재에게 AI 기술을 효과적으로 가르칠 수 있도록 지원하고 있습니다. 기업 역시 내부 교육 프로그램을 강화하고, AI 역량을 중심으로 인재 개발 전략을 재정비하고 있습니다. 이러한 노력은 AI 중심의 미래 노동 시장에서 경쟁력을 확보하기 위한 필수적인 대응이며, 교육과 기업이 협력하여 지속 가능한 AI 생태계를 구축하는 것이 중요합니다.</a:t>
            </a:r>
          </a:p>
        </p:txBody>
      </p:sp>
      <p:sp>
        <p:nvSpPr>
          <p:cNvPr id="4" name="Slide Number Placeholder 3"/>
          <p:cNvSpPr>
            <a:spLocks noGrp="1"/>
          </p:cNvSpPr>
          <p:nvPr>
            <p:ph type="sldNum" sz="quarter" idx="5"/>
          </p:nvPr>
        </p:nvSpPr>
        <p:spPr/>
        <p:txBody>
          <a:bodyPr/>
          <a:lstStyle/>
          <a:p>
            <a:fld id="{8FAA93BA-196F-4FA9-9117-39F92F1F5AEA}" type="slidenum">
              <a:t>7</a:t>
            </a:fld>
            <a:endParaRPr lang="en-US"/>
          </a:p>
        </p:txBody>
      </p:sp>
    </p:spTree>
    <p:extLst>
      <p:ext uri="{BB962C8B-B14F-4D97-AF65-F5344CB8AC3E}">
        <p14:creationId xmlns:p14="http://schemas.microsoft.com/office/powerpoint/2010/main" val="23001354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그림이 있는 제목">
    <p:bg>
      <p:bgRef idx="1001">
        <a:schemeClr val="bg2"/>
      </p:bgRef>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509CE9-F18C-5020-CF43-5960AFE654F6}"/>
              </a:ext>
            </a:extLst>
          </p:cNvPr>
          <p:cNvSpPr>
            <a:spLocks noGrp="1"/>
          </p:cNvSpPr>
          <p:nvPr>
            <p:ph type="ctrTitle" hasCustomPrompt="1"/>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latin typeface="Malgun Gothic" panose="020B0503020000020004" pitchFamily="34" charset="-127"/>
                <a:ea typeface="Malgun Gothic" panose="020B0503020000020004" pitchFamily="34" charset="-127"/>
              </a:defRPr>
            </a:lvl1pPr>
          </a:lstStyle>
          <a:p>
            <a:pPr lvl="0" rtl="0"/>
            <a:r>
              <a:rPr lang="ko"/>
              <a:t>마스터 제목 스타일 편집</a:t>
            </a:r>
            <a:endParaRPr lang="en-US" dirty="0"/>
          </a:p>
        </p:txBody>
      </p:sp>
      <p:sp>
        <p:nvSpPr>
          <p:cNvPr id="3" name="부제목 2">
            <a:extLst>
              <a:ext uri="{FF2B5EF4-FFF2-40B4-BE49-F238E27FC236}">
                <a16:creationId xmlns:a16="http://schemas.microsoft.com/office/drawing/2014/main" id="{A16B3AA5-F8D6-AB69-241F-6F8F1DD41E55}"/>
              </a:ext>
            </a:extLst>
          </p:cNvPr>
          <p:cNvSpPr>
            <a:spLocks noGrp="1"/>
          </p:cNvSpPr>
          <p:nvPr>
            <p:ph type="subTitle" idx="1" hasCustomPrompt="1"/>
          </p:nvPr>
        </p:nvSpPr>
        <p:spPr>
          <a:xfrm>
            <a:off x="685800" y="998185"/>
            <a:ext cx="10813067" cy="541508"/>
          </a:xfrm>
        </p:spPr>
        <p:txBody>
          <a:bodyPr vert="horz" lIns="91440" tIns="45720" rIns="91440" bIns="45720" rtlCol="0">
            <a:normAutofit/>
          </a:bodyPr>
          <a:lstStyle>
            <a:lvl1pPr marL="0" indent="0">
              <a:buNone/>
              <a:defRPr lang="en-US"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endParaRPr lang="en-US" dirty="0"/>
          </a:p>
        </p:txBody>
      </p:sp>
      <p:sp>
        <p:nvSpPr>
          <p:cNvPr id="16" name="그림 개체 틀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p>
        </p:txBody>
      </p:sp>
      <p:sp>
        <p:nvSpPr>
          <p:cNvPr id="6" name="슬라이드 번호 개체 틀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a:p>
        </p:txBody>
      </p:sp>
      <p:cxnSp>
        <p:nvCxnSpPr>
          <p:cNvPr id="7" name="직선 연결선(S)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9764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685800" y="360221"/>
            <a:ext cx="10515600" cy="1330468"/>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685800" y="2004291"/>
            <a:ext cx="10515600" cy="4172672"/>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a:p>
        </p:txBody>
      </p:sp>
      <p:cxnSp>
        <p:nvCxnSpPr>
          <p:cNvPr id="15" name="직선 연결선(S)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61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그림 2가 있는 제목">
    <p:bg>
      <p:bgRef idx="1001">
        <a:schemeClr val="bg2"/>
      </p:bgRef>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509CE9-F18C-5020-CF43-5960AFE654F6}"/>
              </a:ext>
            </a:extLst>
          </p:cNvPr>
          <p:cNvSpPr>
            <a:spLocks noGrp="1"/>
          </p:cNvSpPr>
          <p:nvPr>
            <p:ph type="ctrTitle" hasCustomPrompt="1"/>
          </p:nvPr>
        </p:nvSpPr>
        <p:spPr>
          <a:xfrm>
            <a:off x="512724" y="1480212"/>
            <a:ext cx="3918954" cy="2273637"/>
          </a:xfrm>
        </p:spPr>
        <p:txBody>
          <a:bodyPr vert="horz" lIns="91440" tIns="45720" rIns="91440" bIns="45720" rtlCol="0" anchor="b">
            <a:normAutofit/>
          </a:bodyPr>
          <a:lstStyle>
            <a:lvl1pPr algn="ctr">
              <a:defRPr lang="en-US" sz="3600" dirty="0">
                <a:solidFill>
                  <a:schemeClr val="tx2">
                    <a:alpha val="90000"/>
                  </a:schemeClr>
                </a:solidFill>
                <a:latin typeface="Malgun Gothic" panose="020B0503020000020004" pitchFamily="34" charset="-127"/>
                <a:ea typeface="Malgun Gothic" panose="020B0503020000020004" pitchFamily="34" charset="-127"/>
              </a:defRPr>
            </a:lvl1pPr>
          </a:lstStyle>
          <a:p>
            <a:pPr lvl="0" algn="ctr" rtl="0"/>
            <a:r>
              <a:rPr lang="ko"/>
              <a:t>마스터 제목 스타일 편집</a:t>
            </a:r>
            <a:endParaRPr lang="en-US" dirty="0"/>
          </a:p>
        </p:txBody>
      </p:sp>
      <p:sp>
        <p:nvSpPr>
          <p:cNvPr id="3" name="부제목 2">
            <a:extLst>
              <a:ext uri="{FF2B5EF4-FFF2-40B4-BE49-F238E27FC236}">
                <a16:creationId xmlns:a16="http://schemas.microsoft.com/office/drawing/2014/main" id="{A16B3AA5-F8D6-AB69-241F-6F8F1DD41E55}"/>
              </a:ext>
            </a:extLst>
          </p:cNvPr>
          <p:cNvSpPr>
            <a:spLocks noGrp="1"/>
          </p:cNvSpPr>
          <p:nvPr>
            <p:ph type="subTitle" idx="1" hasCustomPrompt="1"/>
          </p:nvPr>
        </p:nvSpPr>
        <p:spPr>
          <a:xfrm>
            <a:off x="620272" y="4232388"/>
            <a:ext cx="3703859" cy="1542770"/>
          </a:xfrm>
        </p:spPr>
        <p:txBody>
          <a:bodyPr vert="horz" lIns="91440" tIns="45720" rIns="91440" bIns="45720" rtlCol="0">
            <a:normAutofit/>
          </a:bodyPr>
          <a:lstStyle>
            <a:lvl1pPr marL="0" indent="0" algn="ctr">
              <a:buNone/>
              <a:defRPr lang="en-US"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endParaRPr lang="en-US" dirty="0"/>
          </a:p>
        </p:txBody>
      </p:sp>
      <p:sp>
        <p:nvSpPr>
          <p:cNvPr id="16" name="그림 개체 틀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958748" y="465265"/>
            <a:ext cx="7240587" cy="5927467"/>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7AE78127-77D8-DF99-4AE0-F322800B057B}"/>
              </a:ext>
            </a:extLst>
          </p:cNvPr>
          <p:cNvSpPr>
            <a:spLocks noGrp="1"/>
          </p:cNvSpPr>
          <p:nvPr>
            <p:ph type="ftr" sz="quarter" idx="11"/>
          </p:nvPr>
        </p:nvSpPr>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p>
        </p:txBody>
      </p:sp>
      <p:sp>
        <p:nvSpPr>
          <p:cNvPr id="6" name="슬라이드 번호 개체 틀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a:p>
        </p:txBody>
      </p:sp>
      <p:cxnSp>
        <p:nvCxnSpPr>
          <p:cNvPr id="10" name="직선 연결선(S)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7071CA13-2095-558D-E0DC-1576A14BBE72}"/>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B159F346-B80F-F5BC-5D76-9443FA0031B4}"/>
              </a:ext>
            </a:extLst>
          </p:cNvPr>
          <p:cNvCxnSpPr>
            <a:cxnSpLocks/>
          </p:cNvCxnSpPr>
          <p:nvPr/>
        </p:nvCxnSpPr>
        <p:spPr>
          <a:xfrm>
            <a:off x="495157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3632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그림 3이 있는 제목">
    <p:bg>
      <p:bgRef idx="1001">
        <a:schemeClr val="bg2"/>
      </p:bgRef>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509CE9-F18C-5020-CF43-5960AFE654F6}"/>
              </a:ext>
            </a:extLst>
          </p:cNvPr>
          <p:cNvSpPr>
            <a:spLocks noGrp="1"/>
          </p:cNvSpPr>
          <p:nvPr>
            <p:ph type="ctrTitle" hasCustomPrompt="1"/>
          </p:nvPr>
        </p:nvSpPr>
        <p:spPr>
          <a:xfrm>
            <a:off x="7772445" y="1480212"/>
            <a:ext cx="3849131" cy="2871351"/>
          </a:xfrm>
        </p:spPr>
        <p:txBody>
          <a:bodyPr rtlCol="0" anchor="ctr">
            <a:normAutofit/>
          </a:bodyPr>
          <a:lstStyle>
            <a:lvl1pPr algn="ctr">
              <a:defRPr sz="3600">
                <a:solidFill>
                  <a:schemeClr val="tx2">
                    <a:alpha val="90000"/>
                  </a:schemeClr>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부제목 2">
            <a:extLst>
              <a:ext uri="{FF2B5EF4-FFF2-40B4-BE49-F238E27FC236}">
                <a16:creationId xmlns:a16="http://schemas.microsoft.com/office/drawing/2014/main" id="{A16B3AA5-F8D6-AB69-241F-6F8F1DD41E55}"/>
              </a:ext>
            </a:extLst>
          </p:cNvPr>
          <p:cNvSpPr>
            <a:spLocks noGrp="1"/>
          </p:cNvSpPr>
          <p:nvPr>
            <p:ph type="subTitle" idx="1" hasCustomPrompt="1"/>
          </p:nvPr>
        </p:nvSpPr>
        <p:spPr>
          <a:xfrm>
            <a:off x="7772446" y="5410440"/>
            <a:ext cx="3849128" cy="1068207"/>
          </a:xfrm>
        </p:spPr>
        <p:txBody>
          <a:bodyPr rtlCol="0" anchor="ctr">
            <a:normAutofit/>
          </a:bodyPr>
          <a:lstStyle>
            <a:lvl1pPr marL="0" indent="0" algn="ctr">
              <a:buNone/>
              <a:defRPr sz="1800">
                <a:solidFill>
                  <a:schemeClr val="tx2"/>
                </a:solidFill>
                <a:latin typeface="Malgun Gothic" panose="020B0503020000020004" pitchFamily="34" charset="-127"/>
                <a:ea typeface="Malgun Gothic" panose="020B0503020000020004" pitchFamily="34" charset="-12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ko"/>
              <a:t>클릭하여 마스터 부제목 스타일 편집</a:t>
            </a:r>
            <a:endParaRPr lang="en-US" dirty="0"/>
          </a:p>
        </p:txBody>
      </p:sp>
      <p:sp>
        <p:nvSpPr>
          <p:cNvPr id="16" name="그림 개체 틀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rtlCol="0"/>
          <a:lstStyle>
            <a:lvl1pPr>
              <a:defRPr>
                <a:solidFill>
                  <a:schemeClr val="tx2"/>
                </a:solidFill>
              </a:defRPr>
            </a:lvl1pPr>
          </a:lstStyle>
          <a:p>
            <a:pPr rtl="0"/>
            <a:r>
              <a:rPr lang="en-US"/>
              <a:t>2025년 8월 11일</a:t>
            </a:r>
          </a:p>
        </p:txBody>
      </p:sp>
      <p:sp>
        <p:nvSpPr>
          <p:cNvPr id="6" name="슬라이드 번호 개체 틀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a:p>
        </p:txBody>
      </p:sp>
      <p:cxnSp>
        <p:nvCxnSpPr>
          <p:cNvPr id="7" name="직선 연결선(S)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3888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그림 4가 있는 제목">
    <p:bg>
      <p:bgRef idx="1001">
        <a:schemeClr val="bg2"/>
      </p:bgRef>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509CE9-F18C-5020-CF43-5960AFE654F6}"/>
              </a:ext>
            </a:extLst>
          </p:cNvPr>
          <p:cNvSpPr>
            <a:spLocks noGrp="1"/>
          </p:cNvSpPr>
          <p:nvPr>
            <p:ph type="ctrTitle" hasCustomPrompt="1"/>
          </p:nvPr>
        </p:nvSpPr>
        <p:spPr>
          <a:xfrm>
            <a:off x="685800" y="5160261"/>
            <a:ext cx="10813067" cy="783835"/>
          </a:xfrm>
        </p:spPr>
        <p:txBody>
          <a:bodyPr vert="horz" lIns="91440" tIns="45720" rIns="91440" bIns="45720" rtlCol="0" anchor="b">
            <a:normAutofit/>
          </a:bodyPr>
          <a:lstStyle>
            <a:lvl1pPr>
              <a:defRPr lang="en-US" sz="3600" dirty="0">
                <a:solidFill>
                  <a:schemeClr val="tx2">
                    <a:alpha val="90000"/>
                  </a:schemeClr>
                </a:solidFill>
                <a:latin typeface="Malgun Gothic" panose="020B0503020000020004" pitchFamily="34" charset="-127"/>
                <a:ea typeface="Malgun Gothic" panose="020B0503020000020004" pitchFamily="34" charset="-127"/>
              </a:defRPr>
            </a:lvl1pPr>
          </a:lstStyle>
          <a:p>
            <a:pPr lvl="0" rtl="0"/>
            <a:r>
              <a:rPr lang="ko"/>
              <a:t>마스터 제목 스타일 편집</a:t>
            </a:r>
            <a:endParaRPr lang="en-US" dirty="0"/>
          </a:p>
        </p:txBody>
      </p:sp>
      <p:sp>
        <p:nvSpPr>
          <p:cNvPr id="3" name="부제목 2">
            <a:extLst>
              <a:ext uri="{FF2B5EF4-FFF2-40B4-BE49-F238E27FC236}">
                <a16:creationId xmlns:a16="http://schemas.microsoft.com/office/drawing/2014/main" id="{A16B3AA5-F8D6-AB69-241F-6F8F1DD41E55}"/>
              </a:ext>
            </a:extLst>
          </p:cNvPr>
          <p:cNvSpPr>
            <a:spLocks noGrp="1"/>
          </p:cNvSpPr>
          <p:nvPr>
            <p:ph type="subTitle" idx="1" hasCustomPrompt="1"/>
          </p:nvPr>
        </p:nvSpPr>
        <p:spPr>
          <a:xfrm>
            <a:off x="685800" y="5931483"/>
            <a:ext cx="10813067" cy="611557"/>
          </a:xfrm>
        </p:spPr>
        <p:txBody>
          <a:bodyPr vert="horz" lIns="91440" tIns="45720" rIns="91440" bIns="45720" rtlCol="0">
            <a:normAutofit/>
          </a:bodyPr>
          <a:lstStyle>
            <a:lvl1pPr marL="0" indent="0">
              <a:buNone/>
              <a:defRPr lang="en-US"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endParaRPr lang="en-US" dirty="0"/>
          </a:p>
        </p:txBody>
      </p:sp>
      <p:sp>
        <p:nvSpPr>
          <p:cNvPr id="16" name="그림 개체 틀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0"/>
            <a:ext cx="11268845" cy="5019190"/>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7AE78127-77D8-DF99-4AE0-F322800B057B}"/>
              </a:ext>
            </a:extLst>
          </p:cNvPr>
          <p:cNvSpPr>
            <a:spLocks noGrp="1"/>
          </p:cNvSpPr>
          <p:nvPr>
            <p:ph type="ftr" sz="quarter" idx="11"/>
          </p:nvPr>
        </p:nvSpPr>
        <p:spPr>
          <a:xfrm>
            <a:off x="68580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p>
        </p:txBody>
      </p:sp>
      <p:sp>
        <p:nvSpPr>
          <p:cNvPr id="6" name="슬라이드 번호 개체 틀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a:p>
        </p:txBody>
      </p:sp>
      <p:cxnSp>
        <p:nvCxnSpPr>
          <p:cNvPr id="7" name="직선 연결선(S) 6">
            <a:extLst>
              <a:ext uri="{FF2B5EF4-FFF2-40B4-BE49-F238E27FC236}">
                <a16:creationId xmlns:a16="http://schemas.microsoft.com/office/drawing/2014/main" id="{FFFC4771-5A22-2E68-AB04-0949D0A15B66}"/>
              </a:ext>
            </a:extLst>
          </p:cNvPr>
          <p:cNvCxnSpPr>
            <a:cxnSpLocks/>
          </p:cNvCxnSpPr>
          <p:nvPr/>
        </p:nvCxnSpPr>
        <p:spPr>
          <a:xfrm flipH="1">
            <a:off x="0" y="501926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88542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제목">
    <p:bg>
      <p:bgRef idx="1001">
        <a:schemeClr val="bg2"/>
      </p:bgRef>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509CE9-F18C-5020-CF43-5960AFE654F6}"/>
              </a:ext>
            </a:extLst>
          </p:cNvPr>
          <p:cNvSpPr>
            <a:spLocks noGrp="1"/>
          </p:cNvSpPr>
          <p:nvPr>
            <p:ph type="ctrTitle" hasCustomPrompt="1"/>
          </p:nvPr>
        </p:nvSpPr>
        <p:spPr>
          <a:xfrm>
            <a:off x="2096430" y="1226087"/>
            <a:ext cx="7961965" cy="3290611"/>
          </a:xfrm>
        </p:spPr>
        <p:txBody>
          <a:bodyPr rtlCol="0" anchor="ctr">
            <a:normAutofit/>
          </a:bodyPr>
          <a:lstStyle>
            <a:lvl1pPr algn="ctr">
              <a:defRPr sz="4800">
                <a:solidFill>
                  <a:schemeClr val="tx2">
                    <a:alpha val="90000"/>
                  </a:schemeClr>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부제목 2">
            <a:extLst>
              <a:ext uri="{FF2B5EF4-FFF2-40B4-BE49-F238E27FC236}">
                <a16:creationId xmlns:a16="http://schemas.microsoft.com/office/drawing/2014/main" id="{A16B3AA5-F8D6-AB69-241F-6F8F1DD41E55}"/>
              </a:ext>
            </a:extLst>
          </p:cNvPr>
          <p:cNvSpPr>
            <a:spLocks noGrp="1"/>
          </p:cNvSpPr>
          <p:nvPr>
            <p:ph type="subTitle" idx="1" hasCustomPrompt="1"/>
          </p:nvPr>
        </p:nvSpPr>
        <p:spPr>
          <a:xfrm>
            <a:off x="2676941" y="5812260"/>
            <a:ext cx="6838118" cy="702946"/>
          </a:xfrm>
        </p:spPr>
        <p:txBody>
          <a:bodyPr rtlCol="0" anchor="ctr">
            <a:normAutofit/>
          </a:bodyPr>
          <a:lstStyle>
            <a:lvl1pPr marL="0" indent="0" algn="ctr">
              <a:buNone/>
              <a:defRPr sz="1800">
                <a:solidFill>
                  <a:schemeClr val="tx2"/>
                </a:solidFill>
                <a:latin typeface="Malgun Gothic" panose="020B0503020000020004" pitchFamily="34" charset="-127"/>
                <a:ea typeface="Malgun Gothic" panose="020B0503020000020004" pitchFamily="34" charset="-12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ko"/>
              <a:t>클릭하여 마스터 부제목 스타일 편집</a:t>
            </a:r>
            <a:endParaRPr lang="en-US" dirty="0"/>
          </a:p>
        </p:txBody>
      </p:sp>
      <p:sp>
        <p:nvSpPr>
          <p:cNvPr id="5" name="바닥글 개체 틀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777327"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p>
        </p:txBody>
      </p:sp>
      <p:sp>
        <p:nvSpPr>
          <p:cNvPr id="6" name="슬라이드 번호 개체 틀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a:p>
        </p:txBody>
      </p:sp>
      <p:cxnSp>
        <p:nvCxnSpPr>
          <p:cNvPr id="7" name="직선 연결선(S)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C92B7528-295D-CD0F-0521-B5C01EAC12DD}"/>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A26261A6-5928-598A-5A46-6855CE4DF282}"/>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12638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제목 2">
    <p:bg>
      <p:bgRef idx="1001">
        <a:schemeClr val="bg2"/>
      </p:bgRef>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509CE9-F18C-5020-CF43-5960AFE654F6}"/>
              </a:ext>
            </a:extLst>
          </p:cNvPr>
          <p:cNvSpPr>
            <a:spLocks noGrp="1"/>
          </p:cNvSpPr>
          <p:nvPr>
            <p:ph type="ctrTitle" hasCustomPrompt="1"/>
          </p:nvPr>
        </p:nvSpPr>
        <p:spPr>
          <a:xfrm>
            <a:off x="1636222" y="1246912"/>
            <a:ext cx="8919556" cy="3050766"/>
          </a:xfrm>
        </p:spPr>
        <p:txBody>
          <a:bodyPr rtlCol="0" anchor="ctr">
            <a:normAutofit/>
          </a:bodyPr>
          <a:lstStyle>
            <a:lvl1pPr algn="ctr">
              <a:defRPr sz="5400">
                <a:solidFill>
                  <a:schemeClr val="tx2">
                    <a:alpha val="90000"/>
                  </a:schemeClr>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부제목 2">
            <a:extLst>
              <a:ext uri="{FF2B5EF4-FFF2-40B4-BE49-F238E27FC236}">
                <a16:creationId xmlns:a16="http://schemas.microsoft.com/office/drawing/2014/main" id="{A16B3AA5-F8D6-AB69-241F-6F8F1DD41E55}"/>
              </a:ext>
            </a:extLst>
          </p:cNvPr>
          <p:cNvSpPr>
            <a:spLocks noGrp="1"/>
          </p:cNvSpPr>
          <p:nvPr>
            <p:ph type="subTitle" idx="1" hasCustomPrompt="1"/>
          </p:nvPr>
        </p:nvSpPr>
        <p:spPr>
          <a:xfrm>
            <a:off x="2451378" y="5345199"/>
            <a:ext cx="7289245" cy="1184035"/>
          </a:xfrm>
        </p:spPr>
        <p:txBody>
          <a:bodyPr rtlCol="0" anchor="ctr">
            <a:normAutofit/>
          </a:bodyPr>
          <a:lstStyle>
            <a:lvl1pPr marL="0" indent="0" algn="ctr">
              <a:buNone/>
              <a:defRPr sz="1800">
                <a:solidFill>
                  <a:schemeClr val="tx2"/>
                </a:solidFill>
                <a:latin typeface="Malgun Gothic" panose="020B0503020000020004" pitchFamily="34" charset="-127"/>
                <a:ea typeface="Malgun Gothic" panose="020B0503020000020004" pitchFamily="34" charset="-12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ko"/>
              <a:t>클릭하여 마스터 부제목 스타일 편집</a:t>
            </a:r>
            <a:endParaRPr lang="en-US" dirty="0"/>
          </a:p>
        </p:txBody>
      </p:sp>
      <p:sp>
        <p:nvSpPr>
          <p:cNvPr id="5" name="바닥글 개체 틀 4">
            <a:extLst>
              <a:ext uri="{FF2B5EF4-FFF2-40B4-BE49-F238E27FC236}">
                <a16:creationId xmlns:a16="http://schemas.microsoft.com/office/drawing/2014/main" id="{7AE78127-77D8-DF99-4AE0-F322800B057B}"/>
              </a:ext>
            </a:extLst>
          </p:cNvPr>
          <p:cNvSpPr>
            <a:spLocks noGrp="1"/>
          </p:cNvSpPr>
          <p:nvPr>
            <p:ph type="ftr" sz="quarter" idx="11"/>
          </p:nvPr>
        </p:nvSpPr>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7" name="직선 연결선(S)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96824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제목 3">
    <p:bg>
      <p:bgRef idx="1001">
        <a:schemeClr val="bg2"/>
      </p:bgRef>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509CE9-F18C-5020-CF43-5960AFE654F6}"/>
              </a:ext>
            </a:extLst>
          </p:cNvPr>
          <p:cNvSpPr>
            <a:spLocks noGrp="1"/>
          </p:cNvSpPr>
          <p:nvPr>
            <p:ph type="ctrTitle" hasCustomPrompt="1"/>
          </p:nvPr>
        </p:nvSpPr>
        <p:spPr>
          <a:xfrm>
            <a:off x="2950265" y="1400657"/>
            <a:ext cx="6291470" cy="3290611"/>
          </a:xfrm>
        </p:spPr>
        <p:txBody>
          <a:bodyPr rtlCol="0" anchor="ctr">
            <a:normAutofit/>
          </a:bodyPr>
          <a:lstStyle>
            <a:lvl1pPr algn="ctr">
              <a:defRPr sz="4800">
                <a:solidFill>
                  <a:schemeClr val="tx2">
                    <a:lumMod val="90000"/>
                    <a:alpha val="80000"/>
                  </a:schemeClr>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부제목 2">
            <a:extLst>
              <a:ext uri="{FF2B5EF4-FFF2-40B4-BE49-F238E27FC236}">
                <a16:creationId xmlns:a16="http://schemas.microsoft.com/office/drawing/2014/main" id="{A16B3AA5-F8D6-AB69-241F-6F8F1DD41E55}"/>
              </a:ext>
            </a:extLst>
          </p:cNvPr>
          <p:cNvSpPr>
            <a:spLocks noGrp="1"/>
          </p:cNvSpPr>
          <p:nvPr>
            <p:ph type="subTitle" idx="1" hasCustomPrompt="1"/>
          </p:nvPr>
        </p:nvSpPr>
        <p:spPr>
          <a:xfrm>
            <a:off x="2676941" y="5812260"/>
            <a:ext cx="6838118" cy="702946"/>
          </a:xfrm>
        </p:spPr>
        <p:txBody>
          <a:bodyPr rtlCol="0" anchor="ctr">
            <a:normAutofit/>
          </a:bodyPr>
          <a:lstStyle>
            <a:lvl1pPr marL="0" indent="0" algn="ctr">
              <a:buNone/>
              <a:defRPr sz="1800">
                <a:solidFill>
                  <a:schemeClr val="tx2">
                    <a:alpha val="80000"/>
                  </a:schemeClr>
                </a:solidFill>
                <a:latin typeface="Malgun Gothic" panose="020B0503020000020004" pitchFamily="34" charset="-127"/>
                <a:ea typeface="Malgun Gothic" panose="020B0503020000020004" pitchFamily="34" charset="-12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ko"/>
              <a:t>클릭하여 마스터 부제목 스타일 편집</a:t>
            </a:r>
            <a:endParaRPr lang="en-US" dirty="0"/>
          </a:p>
        </p:txBody>
      </p:sp>
      <p:sp>
        <p:nvSpPr>
          <p:cNvPr id="5" name="바닥글 개체 틀 4">
            <a:extLst>
              <a:ext uri="{FF2B5EF4-FFF2-40B4-BE49-F238E27FC236}">
                <a16:creationId xmlns:a16="http://schemas.microsoft.com/office/drawing/2014/main" id="{7AE78127-77D8-DF99-4AE0-F322800B057B}"/>
              </a:ext>
            </a:extLst>
          </p:cNvPr>
          <p:cNvSpPr>
            <a:spLocks noGrp="1"/>
          </p:cNvSpPr>
          <p:nvPr>
            <p:ph type="ftr" sz="quarter" idx="11"/>
          </p:nvPr>
        </p:nvSpPr>
        <p:spPr/>
        <p:txBody>
          <a:bodyPr rtlCol="0">
            <a:normAutofit/>
          </a:bodyPr>
          <a:lstStyle>
            <a:lvl1pPr>
              <a:defRPr>
                <a:solidFill>
                  <a:schemeClr val="tx2">
                    <a:alpha val="80000"/>
                  </a:schemeClr>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D2D04168-7304-004B-C2F6-42E38FDC5908}"/>
              </a:ext>
            </a:extLst>
          </p:cNvPr>
          <p:cNvSpPr>
            <a:spLocks noGrp="1"/>
          </p:cNvSpPr>
          <p:nvPr>
            <p:ph type="dt" sz="half" idx="10"/>
          </p:nvPr>
        </p:nvSpPr>
        <p:spPr/>
        <p:txBody>
          <a:bodyPr rtlCol="0"/>
          <a:lstStyle>
            <a:lvl1pPr>
              <a:defRPr>
                <a:solidFill>
                  <a:schemeClr val="tx2">
                    <a:alpha val="80000"/>
                  </a:schemeClr>
                </a:solidFill>
              </a:defRPr>
            </a:lvl1pPr>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rtlCol="0"/>
          <a:lstStyle>
            <a:lvl1pPr>
              <a:defRPr>
                <a:solidFill>
                  <a:schemeClr val="tx2">
                    <a:alpha val="80000"/>
                  </a:schemeClr>
                </a:solidFill>
              </a:defRPr>
            </a:lvl1pPr>
          </a:lstStyle>
          <a:p>
            <a:pPr rtl="0"/>
            <a:fld id="{DDF60B60-82CA-4BB9-BA6E-A62FADF2374B}" type="slidenum">
              <a:rPr lang="en-US" smtClean="0"/>
              <a:t>‹#›</a:t>
            </a:fld>
            <a:endParaRPr lang="en-US" dirty="0"/>
          </a:p>
        </p:txBody>
      </p:sp>
      <p:cxnSp>
        <p:nvCxnSpPr>
          <p:cNvPr id="7" name="직선 연결선(S)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B5860F39-D33B-13B7-DD5E-58C8CE6DCE69}"/>
              </a:ext>
            </a:extLst>
          </p:cNvPr>
          <p:cNvCxnSpPr>
            <a:cxnSpLocks/>
          </p:cNvCxnSpPr>
          <p:nvPr/>
        </p:nvCxnSpPr>
        <p:spPr>
          <a:xfrm>
            <a:off x="23177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D417974A-33A9-A10C-D982-114045377C2E}"/>
              </a:ext>
            </a:extLst>
          </p:cNvPr>
          <p:cNvCxnSpPr>
            <a:cxnSpLocks/>
          </p:cNvCxnSpPr>
          <p:nvPr/>
        </p:nvCxnSpPr>
        <p:spPr>
          <a:xfrm>
            <a:off x="98742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83711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구역 머리글">
    <p:bg>
      <p:bgRef idx="1001">
        <a:schemeClr val="bg2"/>
      </p:bgRef>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E4EC6DA0-2CB8-AFC5-DB06-AB9235983979}"/>
              </a:ext>
            </a:extLst>
          </p:cNvPr>
          <p:cNvSpPr>
            <a:spLocks noGrp="1"/>
          </p:cNvSpPr>
          <p:nvPr>
            <p:ph type="title" hasCustomPrompt="1"/>
          </p:nvPr>
        </p:nvSpPr>
        <p:spPr>
          <a:xfrm>
            <a:off x="457200" y="2838087"/>
            <a:ext cx="8932653" cy="3312544"/>
          </a:xfrm>
        </p:spPr>
        <p:txBody>
          <a:bodyPr rtlCol="0" anchor="b">
            <a:normAutofit/>
          </a:bodyPr>
          <a:lstStyle>
            <a:lvl1pPr>
              <a:lnSpc>
                <a:spcPct val="80000"/>
              </a:lnSpc>
              <a:defRPr sz="6600" cap="all" baseline="0">
                <a:solidFill>
                  <a:schemeClr val="tx2">
                    <a:alpha val="55000"/>
                  </a:schemeClr>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텍스트 개체 틀 2">
            <a:extLst>
              <a:ext uri="{FF2B5EF4-FFF2-40B4-BE49-F238E27FC236}">
                <a16:creationId xmlns:a16="http://schemas.microsoft.com/office/drawing/2014/main" id="{88E16A9F-28B9-2207-66D3-D952EB7EC876}"/>
              </a:ext>
            </a:extLst>
          </p:cNvPr>
          <p:cNvSpPr>
            <a:spLocks noGrp="1"/>
          </p:cNvSpPr>
          <p:nvPr>
            <p:ph type="body" idx="1" hasCustomPrompt="1"/>
          </p:nvPr>
        </p:nvSpPr>
        <p:spPr>
          <a:xfrm>
            <a:off x="685800" y="-789870"/>
            <a:ext cx="10515600" cy="638352"/>
          </a:xfrm>
        </p:spPr>
        <p:txBody>
          <a:bodyPr rtlCol="0">
            <a:normAutofit/>
          </a:bodyPr>
          <a:lstStyle>
            <a:lvl1pPr marL="0" indent="0">
              <a:buNone/>
              <a:defRPr sz="2000">
                <a:solidFill>
                  <a:schemeClr val="bg2"/>
                </a:solidFill>
                <a:latin typeface="Malgun Gothic" panose="020B0503020000020004" pitchFamily="34" charset="-127"/>
                <a:ea typeface="Malgun Gothic" panose="020B0503020000020004" pitchFamily="34" charset="-12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ko"/>
              <a:t>마스터 텍스트 스타일을 편집하려면 클릭하세요.</a:t>
            </a:r>
          </a:p>
        </p:txBody>
      </p:sp>
      <p:sp>
        <p:nvSpPr>
          <p:cNvPr id="5" name="바닥글 개체 틀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E58CD507-925C-84B3-8F49-9F3B91209D8F}"/>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7" name="직선 연결선(S)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12786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구역 머리글 2">
    <p:bg>
      <p:bgRef idx="1001">
        <a:schemeClr val="bg2"/>
      </p:bgRef>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F4BE01F4-F5E6-FB52-8FEA-5927DFC8AA7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E4EC6DA0-2CB8-AFC5-DB06-AB9235983979}"/>
              </a:ext>
            </a:extLst>
          </p:cNvPr>
          <p:cNvSpPr>
            <a:spLocks noGrp="1"/>
          </p:cNvSpPr>
          <p:nvPr>
            <p:ph type="title" hasCustomPrompt="1"/>
          </p:nvPr>
        </p:nvSpPr>
        <p:spPr>
          <a:xfrm>
            <a:off x="457200" y="2968607"/>
            <a:ext cx="8932653" cy="3450568"/>
          </a:xfrm>
        </p:spPr>
        <p:txBody>
          <a:bodyPr rtlCol="0" anchor="b">
            <a:normAutofit/>
          </a:bodyPr>
          <a:lstStyle>
            <a:lvl1pPr>
              <a:lnSpc>
                <a:spcPct val="80000"/>
              </a:lnSpc>
              <a:defRPr sz="6600" cap="all" baseline="0">
                <a:solidFill>
                  <a:schemeClr val="tx2">
                    <a:lumMod val="90000"/>
                    <a:alpha val="65000"/>
                  </a:schemeClr>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텍스트 개체 틀 2">
            <a:extLst>
              <a:ext uri="{FF2B5EF4-FFF2-40B4-BE49-F238E27FC236}">
                <a16:creationId xmlns:a16="http://schemas.microsoft.com/office/drawing/2014/main" id="{88E16A9F-28B9-2207-66D3-D952EB7EC876}"/>
              </a:ext>
            </a:extLst>
          </p:cNvPr>
          <p:cNvSpPr>
            <a:spLocks noGrp="1"/>
          </p:cNvSpPr>
          <p:nvPr>
            <p:ph type="body" idx="1" hasCustomPrompt="1"/>
          </p:nvPr>
        </p:nvSpPr>
        <p:spPr>
          <a:xfrm>
            <a:off x="685800" y="-789870"/>
            <a:ext cx="10515600" cy="638352"/>
          </a:xfrm>
        </p:spPr>
        <p:txBody>
          <a:bodyPr rtlCol="0">
            <a:normAutofit/>
          </a:bodyPr>
          <a:lstStyle>
            <a:lvl1pPr marL="0" indent="0">
              <a:buNone/>
              <a:defRPr sz="2000">
                <a:solidFill>
                  <a:schemeClr val="bg2"/>
                </a:solidFill>
                <a:latin typeface="Malgun Gothic" panose="020B0503020000020004" pitchFamily="34" charset="-127"/>
                <a:ea typeface="Malgun Gothic" panose="020B0503020000020004" pitchFamily="34" charset="-12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rtl="0"/>
            <a:r>
              <a:rPr lang="ko"/>
              <a:t>마스터 텍스트 스타일을 편집하려면 클릭하세요.</a:t>
            </a:r>
          </a:p>
        </p:txBody>
      </p:sp>
      <p:sp>
        <p:nvSpPr>
          <p:cNvPr id="5" name="바닥글 개체 틀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E58CD507-925C-84B3-8F49-9F3B91209D8F}"/>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7" name="직선 연결선(S) 6">
            <a:extLst>
              <a:ext uri="{FF2B5EF4-FFF2-40B4-BE49-F238E27FC236}">
                <a16:creationId xmlns:a16="http://schemas.microsoft.com/office/drawing/2014/main" id="{9BFA0DE8-9E4B-D747-CB64-14B8DEDC02EA}"/>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795FFB35-3AE5-1BED-838E-1C6BC98721B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917977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안건">
    <p:bg>
      <p:bgRef idx="1001">
        <a:schemeClr val="bg1"/>
      </p:bgRef>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4E4019F8-742E-9EEF-F591-C9666AC32AF1}"/>
              </a:ext>
            </a:extLst>
          </p:cNvPr>
          <p:cNvSpPr>
            <a:spLocks noGrp="1"/>
          </p:cNvSpPr>
          <p:nvPr>
            <p:ph type="title" hasCustomPrompt="1"/>
          </p:nvPr>
        </p:nvSpPr>
        <p:spPr>
          <a:xfrm>
            <a:off x="457201" y="463362"/>
            <a:ext cx="11122507" cy="1162632"/>
          </a:xfrm>
        </p:spPr>
        <p:txBody>
          <a:bodyPr rtlCol="0" anchor="ctr">
            <a:normAutofit/>
          </a:bodyPr>
          <a:lstStyle>
            <a:lvl1pPr>
              <a:defRPr sz="7200" cap="all" baseline="0">
                <a:solidFill>
                  <a:schemeClr val="accent1"/>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7" name="내용 개체 틀 6">
            <a:extLst>
              <a:ext uri="{FF2B5EF4-FFF2-40B4-BE49-F238E27FC236}">
                <a16:creationId xmlns:a16="http://schemas.microsoft.com/office/drawing/2014/main" id="{28C8B19A-6FC1-2B71-0BFB-9274CBF396B9}"/>
              </a:ext>
            </a:extLst>
          </p:cNvPr>
          <p:cNvSpPr>
            <a:spLocks noGrp="1"/>
          </p:cNvSpPr>
          <p:nvPr>
            <p:ph sz="quarter" idx="13" hasCustomPrompt="1"/>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latin typeface="Malgun Gothic" panose="020B0503020000020004" pitchFamily="34" charset="-127"/>
                <a:ea typeface="Malgun Gothic" panose="020B0503020000020004" pitchFamily="34" charset="-127"/>
              </a:defRPr>
            </a:lvl1pPr>
            <a:lvl2pPr marL="571500" indent="-342900">
              <a:buFont typeface="+mj-lt"/>
              <a:buAutoNum type="arabicPeriod"/>
              <a:defRPr lang="en-US" sz="1800" dirty="0">
                <a:solidFill>
                  <a:schemeClr val="tx2"/>
                </a:solidFill>
                <a:latin typeface="Malgun Gothic" panose="020B0503020000020004" pitchFamily="34" charset="-127"/>
                <a:ea typeface="Malgun Gothic" panose="020B0503020000020004" pitchFamily="34" charset="-127"/>
              </a:defRPr>
            </a:lvl2pPr>
            <a:lvl3pPr marL="800100" indent="-342900">
              <a:buFont typeface="+mj-lt"/>
              <a:buAutoNum type="arabicPeriod"/>
              <a:defRPr lang="en-US" sz="1600" dirty="0">
                <a:solidFill>
                  <a:schemeClr val="tx2"/>
                </a:solidFill>
                <a:latin typeface="Malgun Gothic" panose="020B0503020000020004" pitchFamily="34" charset="-127"/>
                <a:ea typeface="Malgun Gothic" panose="020B0503020000020004" pitchFamily="34" charset="-127"/>
              </a:defRPr>
            </a:lvl3pPr>
            <a:lvl4pPr marL="1028700" indent="-342900">
              <a:buFont typeface="+mj-lt"/>
              <a:buAutoNum type="arabicPeriod"/>
              <a:defRPr lang="en-US" sz="1400" dirty="0">
                <a:solidFill>
                  <a:schemeClr val="tx2"/>
                </a:solidFill>
                <a:latin typeface="Malgun Gothic" panose="020B0503020000020004" pitchFamily="34" charset="-127"/>
                <a:ea typeface="Malgun Gothic" panose="020B0503020000020004" pitchFamily="34" charset="-127"/>
              </a:defRPr>
            </a:lvl4pPr>
            <a:lvl5pPr marL="1257300" indent="-342900">
              <a:buFont typeface="+mj-lt"/>
              <a:buAutoNum type="arabicPeriod"/>
              <a:defRPr lang="en-US" sz="1400" dirty="0">
                <a:solidFill>
                  <a:schemeClr val="tx2"/>
                </a:solidFill>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4" name="바닥글 개체 틀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11" name="직선 연결선(S)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2668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안건 2">
    <p:bg>
      <p:bgRef idx="1001">
        <a:schemeClr val="bg1"/>
      </p:bgRef>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858E6B6D-2F30-4BA9-2B55-62940E3BFCA3}"/>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4E4019F8-742E-9EEF-F591-C9666AC32AF1}"/>
              </a:ext>
            </a:extLst>
          </p:cNvPr>
          <p:cNvSpPr>
            <a:spLocks noGrp="1"/>
          </p:cNvSpPr>
          <p:nvPr>
            <p:ph type="title" hasCustomPrompt="1"/>
          </p:nvPr>
        </p:nvSpPr>
        <p:spPr>
          <a:xfrm>
            <a:off x="457201" y="1118941"/>
            <a:ext cx="6565392" cy="5200516"/>
          </a:xfrm>
        </p:spPr>
        <p:txBody>
          <a:bodyPr rtlCol="0" anchor="b">
            <a:normAutofit/>
          </a:bodyPr>
          <a:lstStyle>
            <a:lvl1pPr>
              <a:lnSpc>
                <a:spcPct val="80000"/>
              </a:lnSpc>
              <a:defRPr sz="8000" cap="all" baseline="0">
                <a:solidFill>
                  <a:schemeClr val="accent1"/>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7" name="내용 개체 틀 6">
            <a:extLst>
              <a:ext uri="{FF2B5EF4-FFF2-40B4-BE49-F238E27FC236}">
                <a16:creationId xmlns:a16="http://schemas.microsoft.com/office/drawing/2014/main" id="{28C8B19A-6FC1-2B71-0BFB-9274CBF396B9}"/>
              </a:ext>
            </a:extLst>
          </p:cNvPr>
          <p:cNvSpPr>
            <a:spLocks noGrp="1"/>
          </p:cNvSpPr>
          <p:nvPr>
            <p:ph sz="quarter" idx="13" hasCustomPrompt="1"/>
          </p:nvPr>
        </p:nvSpPr>
        <p:spPr>
          <a:xfrm>
            <a:off x="7857689" y="532759"/>
            <a:ext cx="3877110" cy="5463437"/>
          </a:xfrm>
        </p:spPr>
        <p:txBody>
          <a:bodyPr vert="horz" lIns="91440" tIns="45720" rIns="91440" bIns="45720" rtlCol="0">
            <a:normAutofit/>
          </a:bodyPr>
          <a:lstStyle>
            <a:lvl1pPr marL="457200" indent="-457200">
              <a:buFont typeface="+mj-lt"/>
              <a:buAutoNum type="arabicPeriod"/>
              <a:defRPr lang="en-US" sz="1800" dirty="0">
                <a:solidFill>
                  <a:schemeClr val="tx2"/>
                </a:solidFill>
                <a:latin typeface="Malgun Gothic" panose="020B0503020000020004" pitchFamily="34" charset="-127"/>
                <a:ea typeface="Malgun Gothic" panose="020B0503020000020004" pitchFamily="34" charset="-127"/>
              </a:defRPr>
            </a:lvl1pPr>
            <a:lvl2pPr marL="571500" indent="-342900">
              <a:buFont typeface="+mj-lt"/>
              <a:buAutoNum type="arabicPeriod"/>
              <a:defRPr lang="en-US" sz="1600" dirty="0">
                <a:solidFill>
                  <a:schemeClr val="tx2"/>
                </a:solidFill>
                <a:latin typeface="Malgun Gothic" panose="020B0503020000020004" pitchFamily="34" charset="-127"/>
                <a:ea typeface="Malgun Gothic" panose="020B0503020000020004" pitchFamily="34" charset="-127"/>
              </a:defRPr>
            </a:lvl2pPr>
            <a:lvl3pPr marL="800100" indent="-342900">
              <a:buFont typeface="+mj-lt"/>
              <a:buAutoNum type="arabicPeriod"/>
              <a:defRPr lang="en-US" sz="1600" dirty="0">
                <a:solidFill>
                  <a:schemeClr val="tx2"/>
                </a:solidFill>
                <a:latin typeface="Malgun Gothic" panose="020B0503020000020004" pitchFamily="34" charset="-127"/>
                <a:ea typeface="Malgun Gothic" panose="020B0503020000020004" pitchFamily="34" charset="-127"/>
              </a:defRPr>
            </a:lvl3pPr>
            <a:lvl4pPr marL="1028700" indent="-342900">
              <a:buFont typeface="+mj-lt"/>
              <a:buAutoNum type="arabicPeriod"/>
              <a:defRPr lang="en-US" sz="1400" dirty="0">
                <a:solidFill>
                  <a:schemeClr val="tx2"/>
                </a:solidFill>
                <a:latin typeface="Malgun Gothic" panose="020B0503020000020004" pitchFamily="34" charset="-127"/>
                <a:ea typeface="Malgun Gothic" panose="020B0503020000020004" pitchFamily="34" charset="-127"/>
              </a:defRPr>
            </a:lvl4pPr>
            <a:lvl5pPr marL="1257300" indent="-342900">
              <a:buFont typeface="+mj-lt"/>
              <a:buAutoNum type="arabicPeriod"/>
              <a:defRPr lang="en-US" sz="1400" dirty="0">
                <a:solidFill>
                  <a:schemeClr val="tx2"/>
                </a:solidFill>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4" name="바닥글 개체 틀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15" name="직선 연결선(S)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25DD64E6-257D-65B2-D2A7-6A1002E1E580}"/>
              </a:ext>
            </a:extLst>
          </p:cNvPr>
          <p:cNvCxnSpPr>
            <a:cxnSpLocks/>
          </p:cNvCxnSpPr>
          <p:nvPr/>
        </p:nvCxnSpPr>
        <p:spPr>
          <a:xfrm>
            <a:off x="740049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76744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그림이 있는 안건">
    <p:bg>
      <p:bgRef idx="1001">
        <a:schemeClr val="bg1"/>
      </p:bgRef>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4E4019F8-742E-9EEF-F591-C9666AC32AF1}"/>
              </a:ext>
            </a:extLst>
          </p:cNvPr>
          <p:cNvSpPr>
            <a:spLocks noGrp="1"/>
          </p:cNvSpPr>
          <p:nvPr>
            <p:ph type="title" hasCustomPrompt="1"/>
          </p:nvPr>
        </p:nvSpPr>
        <p:spPr>
          <a:xfrm>
            <a:off x="457201" y="463362"/>
            <a:ext cx="11130279" cy="1162632"/>
          </a:xfrm>
        </p:spPr>
        <p:txBody>
          <a:bodyPr rtlCol="0" anchor="ctr">
            <a:normAutofit/>
          </a:bodyPr>
          <a:lstStyle>
            <a:lvl1pPr>
              <a:defRPr sz="7200" cap="all" baseline="0">
                <a:solidFill>
                  <a:schemeClr val="accent1"/>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8" name="그림 개체 틀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7" name="내용 개체 틀 6">
            <a:extLst>
              <a:ext uri="{FF2B5EF4-FFF2-40B4-BE49-F238E27FC236}">
                <a16:creationId xmlns:a16="http://schemas.microsoft.com/office/drawing/2014/main" id="{28C8B19A-6FC1-2B71-0BFB-9274CBF396B9}"/>
              </a:ext>
            </a:extLst>
          </p:cNvPr>
          <p:cNvSpPr>
            <a:spLocks noGrp="1"/>
          </p:cNvSpPr>
          <p:nvPr>
            <p:ph sz="quarter" idx="13" hasCustomPrompt="1"/>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latin typeface="Malgun Gothic" panose="020B0503020000020004" pitchFamily="34" charset="-127"/>
                <a:ea typeface="Malgun Gothic" panose="020B0503020000020004" pitchFamily="34" charset="-127"/>
              </a:defRPr>
            </a:lvl1pPr>
            <a:lvl2pPr marL="571500" indent="-342900">
              <a:buFont typeface="+mj-lt"/>
              <a:buAutoNum type="arabicPeriod"/>
              <a:defRPr lang="en-US" sz="1800" dirty="0">
                <a:solidFill>
                  <a:schemeClr val="tx2"/>
                </a:solidFill>
                <a:latin typeface="Malgun Gothic" panose="020B0503020000020004" pitchFamily="34" charset="-127"/>
                <a:ea typeface="Malgun Gothic" panose="020B0503020000020004" pitchFamily="34" charset="-127"/>
              </a:defRPr>
            </a:lvl2pPr>
            <a:lvl3pPr marL="800100" indent="-342900">
              <a:buFont typeface="+mj-lt"/>
              <a:buAutoNum type="arabicPeriod"/>
              <a:defRPr lang="en-US" sz="1600" dirty="0">
                <a:solidFill>
                  <a:schemeClr val="tx2"/>
                </a:solidFill>
                <a:latin typeface="Malgun Gothic" panose="020B0503020000020004" pitchFamily="34" charset="-127"/>
                <a:ea typeface="Malgun Gothic" panose="020B0503020000020004" pitchFamily="34" charset="-127"/>
              </a:defRPr>
            </a:lvl3pPr>
            <a:lvl4pPr marL="1028700" indent="-342900">
              <a:buFont typeface="+mj-lt"/>
              <a:buAutoNum type="arabicPeriod"/>
              <a:defRPr lang="en-US" sz="1400" dirty="0">
                <a:solidFill>
                  <a:schemeClr val="tx2"/>
                </a:solidFill>
                <a:latin typeface="Malgun Gothic" panose="020B0503020000020004" pitchFamily="34" charset="-127"/>
                <a:ea typeface="Malgun Gothic" panose="020B0503020000020004" pitchFamily="34" charset="-127"/>
              </a:defRPr>
            </a:lvl4pPr>
            <a:lvl5pPr marL="1257300" indent="-342900">
              <a:buFont typeface="+mj-lt"/>
              <a:buAutoNum type="arabicPeriod"/>
              <a:defRPr lang="en-US" sz="1400" dirty="0">
                <a:solidFill>
                  <a:schemeClr val="tx2"/>
                </a:solidFill>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4" name="바닥글 개체 틀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CC77F2D-39D2-22F7-CF0B-39D63EBF00B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11" name="직선 연결선(S)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60788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내용 2">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2919167" y="860128"/>
            <a:ext cx="6353666" cy="1711083"/>
          </a:xfrm>
        </p:spPr>
        <p:txBody>
          <a:bodyPr rtlCol="0" anchor="b">
            <a:normAutofit/>
          </a:bodyPr>
          <a:lstStyle>
            <a:lvl1pPr algn="ctr">
              <a:defRPr sz="3200">
                <a:solidFill>
                  <a:schemeClr val="tx2"/>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3306618" y="3155112"/>
            <a:ext cx="5578764" cy="2442120"/>
          </a:xfrm>
        </p:spPr>
        <p:txBody>
          <a:bodyPr rtlCol="0" anchor="t">
            <a:normAutofit/>
          </a:bodyPr>
          <a:lstStyle>
            <a:lvl1pPr marL="0" indent="0" algn="ctr">
              <a:buNone/>
              <a:defRPr>
                <a:latin typeface="Malgun Gothic" panose="020B0503020000020004" pitchFamily="34" charset="-127"/>
                <a:ea typeface="Malgun Gothic" panose="020B0503020000020004" pitchFamily="34" charset="-127"/>
              </a:defRPr>
            </a:lvl1pPr>
            <a:lvl2pPr marL="457200" indent="0" algn="ctr">
              <a:buNone/>
              <a:defRPr>
                <a:latin typeface="Malgun Gothic" panose="020B0503020000020004" pitchFamily="34" charset="-127"/>
                <a:ea typeface="Malgun Gothic" panose="020B0503020000020004" pitchFamily="34" charset="-127"/>
              </a:defRPr>
            </a:lvl2pPr>
            <a:lvl3pPr marL="914400" indent="0" algn="ctr">
              <a:buNone/>
              <a:defRPr>
                <a:latin typeface="Malgun Gothic" panose="020B0503020000020004" pitchFamily="34" charset="-127"/>
                <a:ea typeface="Malgun Gothic" panose="020B0503020000020004" pitchFamily="34" charset="-127"/>
              </a:defRPr>
            </a:lvl3pPr>
            <a:lvl4pPr marL="1371600" indent="0" algn="ctr">
              <a:buNone/>
              <a:defRPr>
                <a:latin typeface="Malgun Gothic" panose="020B0503020000020004" pitchFamily="34" charset="-127"/>
                <a:ea typeface="Malgun Gothic" panose="020B0503020000020004" pitchFamily="34" charset="-127"/>
              </a:defRPr>
            </a:lvl4pPr>
            <a:lvl5pPr marL="1828800" indent="0" algn="ctr">
              <a:buNone/>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8" name="직선 연결선(S) 7">
            <a:extLst>
              <a:ext uri="{FF2B5EF4-FFF2-40B4-BE49-F238E27FC236}">
                <a16:creationId xmlns:a16="http://schemas.microsoft.com/office/drawing/2014/main" id="{2682F24D-05C9-B6C7-3A94-C06130BFE9B2}"/>
              </a:ext>
            </a:extLst>
          </p:cNvPr>
          <p:cNvCxnSpPr>
            <a:cxnSpLocks/>
          </p:cNvCxnSpPr>
          <p:nvPr/>
        </p:nvCxnSpPr>
        <p:spPr>
          <a:xfrm flipH="1">
            <a:off x="0" y="27831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932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내용 3">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3494711" y="845617"/>
            <a:ext cx="5897862" cy="1436331"/>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3494711" y="2910484"/>
            <a:ext cx="5897862" cy="3066386"/>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5" name="직선 연결선(S) 14">
            <a:extLst>
              <a:ext uri="{FF2B5EF4-FFF2-40B4-BE49-F238E27FC236}">
                <a16:creationId xmlns:a16="http://schemas.microsoft.com/office/drawing/2014/main" id="{A1AB0C69-C415-7A7B-376B-69AA51CE6A5E}"/>
              </a:ext>
            </a:extLst>
          </p:cNvPr>
          <p:cNvCxnSpPr>
            <a:cxnSpLocks/>
          </p:cNvCxnSpPr>
          <p:nvPr/>
        </p:nvCxnSpPr>
        <p:spPr>
          <a:xfrm flipH="1">
            <a:off x="0" y="253652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직선 연결선(S) 13">
            <a:extLst>
              <a:ext uri="{FF2B5EF4-FFF2-40B4-BE49-F238E27FC236}">
                <a16:creationId xmlns:a16="http://schemas.microsoft.com/office/drawing/2014/main" id="{4CFDABE4-7855-701A-F892-8CE2C6CE02A5}"/>
              </a:ext>
            </a:extLst>
          </p:cNvPr>
          <p:cNvCxnSpPr>
            <a:cxnSpLocks/>
          </p:cNvCxnSpPr>
          <p:nvPr/>
        </p:nvCxnSpPr>
        <p:spPr>
          <a:xfrm>
            <a:off x="301955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79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내용 4">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721299"/>
            <a:ext cx="3689927" cy="1486906"/>
          </a:xfrm>
        </p:spPr>
        <p:txBody>
          <a:bodyPr rtlCol="0" anchor="t">
            <a:normAutofit/>
          </a:bodyPr>
          <a:lstStyle>
            <a:lvl1pPr>
              <a:defRPr>
                <a:solidFill>
                  <a:schemeClr val="tx2"/>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904515" y="2780147"/>
            <a:ext cx="6567049" cy="3359871"/>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1" name="직선 연결선(S)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0062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내용 5">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1163119"/>
            <a:ext cx="4152377" cy="3434657"/>
          </a:xfrm>
        </p:spPr>
        <p:txBody>
          <a:bodyPr rtlCol="0" anchor="t">
            <a:normAutofit/>
          </a:bodyPr>
          <a:lstStyle>
            <a:lvl1pPr>
              <a:defRPr>
                <a:solidFill>
                  <a:schemeClr val="tx2"/>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5824602" y="1153691"/>
            <a:ext cx="5496988" cy="4568377"/>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0" name="직선 연결선(S)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6BEA2129-EA91-4982-7EB1-1F590E56CA3B}"/>
              </a:ext>
            </a:extLst>
          </p:cNvPr>
          <p:cNvCxnSpPr>
            <a:cxnSpLocks/>
          </p:cNvCxnSpPr>
          <p:nvPr/>
        </p:nvCxnSpPr>
        <p:spPr>
          <a:xfrm>
            <a:off x="53231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597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내용 6">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720473"/>
            <a:ext cx="3664107" cy="3864052"/>
          </a:xfrm>
        </p:spPr>
        <p:txBody>
          <a:bodyPr rtlCol="0" anchor="t">
            <a:normAutofit/>
          </a:bodyPr>
          <a:lstStyle>
            <a:lvl1pPr>
              <a:defRPr>
                <a:solidFill>
                  <a:schemeClr val="tx2"/>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5270349" y="720473"/>
            <a:ext cx="6309360" cy="5303520"/>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9" name="직선 연결선(S)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96166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내용 7">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720473"/>
            <a:ext cx="3280573" cy="3864052"/>
          </a:xfrm>
        </p:spPr>
        <p:txBody>
          <a:bodyPr rtlCol="0" anchor="t">
            <a:normAutofit/>
          </a:bodyPr>
          <a:lstStyle>
            <a:lvl1pPr>
              <a:defRPr>
                <a:solidFill>
                  <a:schemeClr val="tx2"/>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662388" y="720473"/>
            <a:ext cx="7072408" cy="5486400"/>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280570"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9" name="직선 연결선(S) 8">
            <a:extLst>
              <a:ext uri="{FF2B5EF4-FFF2-40B4-BE49-F238E27FC236}">
                <a16:creationId xmlns:a16="http://schemas.microsoft.com/office/drawing/2014/main" id="{A6AC6891-86BE-FF41-E94E-AB97BFFB2322}"/>
              </a:ext>
            </a:extLst>
          </p:cNvPr>
          <p:cNvCxnSpPr>
            <a:cxnSpLocks/>
          </p:cNvCxnSpPr>
          <p:nvPr/>
        </p:nvCxnSpPr>
        <p:spPr>
          <a:xfrm>
            <a:off x="41402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444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그림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911995" y="559483"/>
            <a:ext cx="6825541" cy="1009652"/>
          </a:xfrm>
        </p:spPr>
        <p:txBody>
          <a:bodyPr rtlCol="0" anchor="b">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911994" y="2083837"/>
            <a:ext cx="6825545" cy="4032504"/>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5744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그림 2가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1" y="557784"/>
            <a:ext cx="6781799" cy="1009652"/>
          </a:xfrm>
        </p:spPr>
        <p:txBody>
          <a:bodyPr rtlCol="0" anchor="b">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57200" y="2084832"/>
            <a:ext cx="6781800" cy="4032504"/>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8244" y="1"/>
            <a:ext cx="4441796" cy="6398066"/>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A254AC9C-312D-B8D1-5D04-C0CE07B464DB}"/>
              </a:ext>
            </a:extLst>
          </p:cNvPr>
          <p:cNvCxnSpPr>
            <a:cxnSpLocks/>
          </p:cNvCxnSpPr>
          <p:nvPr/>
        </p:nvCxnSpPr>
        <p:spPr>
          <a:xfrm>
            <a:off x="77502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0F4F50A3-1136-13EC-E499-F6DDCBFE375F}"/>
              </a:ext>
            </a:extLst>
          </p:cNvPr>
          <p:cNvCxnSpPr>
            <a:cxnSpLocks/>
          </p:cNvCxnSpPr>
          <p:nvPr/>
        </p:nvCxnSpPr>
        <p:spPr>
          <a:xfrm flipH="1">
            <a:off x="0" y="1810512"/>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503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그림 3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472644" y="669386"/>
            <a:ext cx="7231413" cy="1005840"/>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472644" y="1812385"/>
            <a:ext cx="7231407" cy="4423855"/>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851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그림 4가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680728"/>
            <a:ext cx="7281067" cy="1005840"/>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57200" y="1823728"/>
            <a:ext cx="7281061" cy="4423855"/>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6237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그림 5가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5365423" y="678485"/>
            <a:ext cx="6369370" cy="1005840"/>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466"/>
            <a:ext cx="4886539" cy="6398066"/>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5373890" y="1821484"/>
            <a:ext cx="6360897" cy="4292181"/>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A254AC9C-312D-B8D1-5D04-C0CE07B464DB}"/>
              </a:ext>
            </a:extLst>
          </p:cNvPr>
          <p:cNvCxnSpPr>
            <a:cxnSpLocks/>
          </p:cNvCxnSpPr>
          <p:nvPr/>
        </p:nvCxnSpPr>
        <p:spPr>
          <a:xfrm>
            <a:off x="48908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661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그림 6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678485"/>
            <a:ext cx="6369370" cy="1005840"/>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57200" y="1821484"/>
            <a:ext cx="6360897" cy="4292181"/>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437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그림 7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8191500" y="458144"/>
            <a:ext cx="3433926" cy="1681551"/>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722292" cy="6396281"/>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8191500" y="2276856"/>
            <a:ext cx="3433926" cy="3785616"/>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BA67EAFE-BA64-2156-9780-AA400F6F3026}"/>
              </a:ext>
            </a:extLst>
          </p:cNvPr>
          <p:cNvCxnSpPr>
            <a:cxnSpLocks/>
          </p:cNvCxnSpPr>
          <p:nvPr/>
        </p:nvCxnSpPr>
        <p:spPr>
          <a:xfrm>
            <a:off x="772735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9870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그림 8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458145"/>
            <a:ext cx="4000497" cy="1679799"/>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57200" y="2272880"/>
            <a:ext cx="4000497" cy="3789491"/>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319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그림 9가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7739922" y="458144"/>
            <a:ext cx="3909536" cy="1485873"/>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7739922" y="2463789"/>
            <a:ext cx="3909534" cy="3561091"/>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직선 연결선(S)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1228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그림 10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8664673" y="586591"/>
            <a:ext cx="2915036" cy="1600279"/>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8186508" cy="6396281"/>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8664673" y="2714536"/>
            <a:ext cx="2915038" cy="3227167"/>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30E6711F-CD71-AB46-003C-BE1DB3B8E841}"/>
              </a:ext>
            </a:extLst>
          </p:cNvPr>
          <p:cNvCxnSpPr>
            <a:cxnSpLocks/>
          </p:cNvCxnSpPr>
          <p:nvPr/>
        </p:nvCxnSpPr>
        <p:spPr>
          <a:xfrm>
            <a:off x="818776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9D5807C1-3535-030D-D48C-9F2B70401B10}"/>
              </a:ext>
            </a:extLst>
          </p:cNvPr>
          <p:cNvCxnSpPr>
            <a:cxnSpLocks/>
          </p:cNvCxnSpPr>
          <p:nvPr/>
        </p:nvCxnSpPr>
        <p:spPr>
          <a:xfrm flipH="1">
            <a:off x="8186508" y="2443138"/>
            <a:ext cx="4005492"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6336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그림 11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5036986"/>
            <a:ext cx="3985579" cy="1397477"/>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965"/>
            <a:ext cx="12191999" cy="4767811"/>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5203180" y="5054245"/>
            <a:ext cx="6376529" cy="1319832"/>
          </a:xfrm>
        </p:spPr>
        <p:txBody>
          <a:bodyPr rtlCol="0">
            <a:normAutofit/>
          </a:bodyPr>
          <a:lstStyle>
            <a:lvl1pPr marL="0" indent="0">
              <a:buNone/>
              <a:defRPr>
                <a:latin typeface="Malgun Gothic" panose="020B0503020000020004" pitchFamily="34" charset="-127"/>
                <a:ea typeface="Malgun Gothic" panose="020B0503020000020004" pitchFamily="34" charset="-127"/>
              </a:defRPr>
            </a:lvl1pPr>
            <a:lvl2pPr marL="457200" indent="0">
              <a:buNone/>
              <a:defRPr>
                <a:latin typeface="Malgun Gothic" panose="020B0503020000020004" pitchFamily="34" charset="-127"/>
                <a:ea typeface="Malgun Gothic" panose="020B0503020000020004" pitchFamily="34" charset="-127"/>
              </a:defRPr>
            </a:lvl2pPr>
            <a:lvl3pPr marL="914400" indent="0">
              <a:buNone/>
              <a:defRPr>
                <a:latin typeface="Malgun Gothic" panose="020B0503020000020004" pitchFamily="34" charset="-127"/>
                <a:ea typeface="Malgun Gothic" panose="020B0503020000020004" pitchFamily="34" charset="-127"/>
              </a:defRPr>
            </a:lvl3pPr>
            <a:lvl4pPr marL="1371600" indent="0">
              <a:buNone/>
              <a:defRPr>
                <a:latin typeface="Malgun Gothic" panose="020B0503020000020004" pitchFamily="34" charset="-127"/>
                <a:ea typeface="Malgun Gothic" panose="020B0503020000020004" pitchFamily="34" charset="-127"/>
              </a:defRPr>
            </a:lvl4pPr>
            <a:lvl5pPr marL="1828800" indent="0">
              <a:buNone/>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8" name="직선 연결선(S) 7">
            <a:extLst>
              <a:ext uri="{FF2B5EF4-FFF2-40B4-BE49-F238E27FC236}">
                <a16:creationId xmlns:a16="http://schemas.microsoft.com/office/drawing/2014/main" id="{0493C13E-01BF-7326-0714-59845741BBF3}"/>
              </a:ext>
            </a:extLst>
          </p:cNvPr>
          <p:cNvCxnSpPr>
            <a:cxnSpLocks/>
          </p:cNvCxnSpPr>
          <p:nvPr/>
        </p:nvCxnSpPr>
        <p:spPr>
          <a:xfrm flipH="1">
            <a:off x="0" y="475918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S) 12">
            <a:extLst>
              <a:ext uri="{FF2B5EF4-FFF2-40B4-BE49-F238E27FC236}">
                <a16:creationId xmlns:a16="http://schemas.microsoft.com/office/drawing/2014/main" id="{7B245A6F-9312-AEBD-1066-A68010EEF5A3}"/>
              </a:ext>
            </a:extLst>
          </p:cNvPr>
          <p:cNvCxnSpPr>
            <a:cxnSpLocks/>
          </p:cNvCxnSpPr>
          <p:nvPr/>
        </p:nvCxnSpPr>
        <p:spPr>
          <a:xfrm>
            <a:off x="4724925" y="4758846"/>
            <a:ext cx="0" cy="209915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46815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그림 12가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199" y="3959530"/>
            <a:ext cx="3512409" cy="2199864"/>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5" name="그림 개체 틀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723613" y="3959529"/>
            <a:ext cx="7011183" cy="2369547"/>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8" name="직선 연결선(S)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직선 연결선(S)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31419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그림 13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451413"/>
            <a:ext cx="3511296" cy="1645744"/>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727448" y="451414"/>
            <a:ext cx="7013448" cy="2215178"/>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2746159"/>
            <a:ext cx="3543299"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a:xfrm>
            <a:off x="9737594" y="2746159"/>
            <a:ext cx="1842115" cy="365125"/>
          </a:xfrm>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a:xfrm>
            <a:off x="11734800" y="2746159"/>
            <a:ext cx="457200" cy="365125"/>
          </a:xfrm>
        </p:spPr>
        <p:txBody>
          <a:bodyPr rtlCol="0"/>
          <a:lstStyle/>
          <a:p>
            <a:pPr rtl="0"/>
            <a:fld id="{DDF60B60-82CA-4BB9-BA6E-A62FADF2374B}" type="slidenum">
              <a:rPr lang="en-US" smtClean="0"/>
              <a:t>‹#›</a:t>
            </a:fld>
            <a:endParaRPr lang="en-US" dirty="0"/>
          </a:p>
        </p:txBody>
      </p:sp>
      <p:sp>
        <p:nvSpPr>
          <p:cNvPr id="15" name="그림 개체 틀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0" y="3182112"/>
            <a:ext cx="12191143" cy="3675888"/>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cxnSp>
        <p:nvCxnSpPr>
          <p:cNvPr id="7" name="직선 연결선(S) 6">
            <a:extLst>
              <a:ext uri="{FF2B5EF4-FFF2-40B4-BE49-F238E27FC236}">
                <a16:creationId xmlns:a16="http://schemas.microsoft.com/office/drawing/2014/main" id="{78892870-1B48-2935-21E8-3BC6F474C661}"/>
              </a:ext>
            </a:extLst>
          </p:cNvPr>
          <p:cNvCxnSpPr>
            <a:cxnSpLocks/>
          </p:cNvCxnSpPr>
          <p:nvPr/>
        </p:nvCxnSpPr>
        <p:spPr>
          <a:xfrm flipH="1">
            <a:off x="-857" y="317499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12E0C665-CD78-E346-994A-0AC535ACCC98}"/>
              </a:ext>
            </a:extLst>
          </p:cNvPr>
          <p:cNvCxnSpPr>
            <a:cxnSpLocks/>
          </p:cNvCxnSpPr>
          <p:nvPr/>
        </p:nvCxnSpPr>
        <p:spPr>
          <a:xfrm>
            <a:off x="4288536" y="0"/>
            <a:ext cx="0" cy="318211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4021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그림 14가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199" y="681037"/>
            <a:ext cx="11277596" cy="1009652"/>
          </a:xfrm>
        </p:spPr>
        <p:txBody>
          <a:bodyPr rtlCol="0" anchor="ctr">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57201" y="2098467"/>
            <a:ext cx="4415882" cy="4078495"/>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5332581" y="1829880"/>
            <a:ext cx="6863265" cy="4566088"/>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A254AC9C-312D-B8D1-5D04-C0CE07B464DB}"/>
              </a:ext>
            </a:extLst>
          </p:cNvPr>
          <p:cNvCxnSpPr>
            <a:cxnSpLocks/>
          </p:cNvCxnSpPr>
          <p:nvPr/>
        </p:nvCxnSpPr>
        <p:spPr>
          <a:xfrm>
            <a:off x="5326714"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368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그림 15가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199" y="681037"/>
            <a:ext cx="11277595" cy="1009652"/>
          </a:xfrm>
        </p:spPr>
        <p:txBody>
          <a:bodyPr rtlCol="0" anchor="ctr">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57200" y="2098467"/>
            <a:ext cx="6802582" cy="4032504"/>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6147" y="1829880"/>
            <a:ext cx="4441796" cy="4566088"/>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직선 연결선(S) 14">
            <a:extLst>
              <a:ext uri="{FF2B5EF4-FFF2-40B4-BE49-F238E27FC236}">
                <a16:creationId xmlns:a16="http://schemas.microsoft.com/office/drawing/2014/main" id="{A254AC9C-312D-B8D1-5D04-C0CE07B464DB}"/>
              </a:ext>
            </a:extLst>
          </p:cNvPr>
          <p:cNvCxnSpPr>
            <a:cxnSpLocks/>
          </p:cNvCxnSpPr>
          <p:nvPr/>
        </p:nvCxnSpPr>
        <p:spPr>
          <a:xfrm>
            <a:off x="7750205"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8163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그림 16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199" y="377072"/>
            <a:ext cx="4958078" cy="1225485"/>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6176142" y="377072"/>
            <a:ext cx="5558655" cy="5797484"/>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직선 연결선(S)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5954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그림 17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0" y="377072"/>
            <a:ext cx="4000500" cy="1225485"/>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7087"/>
            <a:ext cx="4922517" cy="4544568"/>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5438534" y="377072"/>
            <a:ext cx="6141175" cy="5797484"/>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0F4F50A3-1136-13EC-E499-F6DDCBFE375F}"/>
              </a:ext>
            </a:extLst>
          </p:cNvPr>
          <p:cNvCxnSpPr>
            <a:cxnSpLocks/>
          </p:cNvCxnSpPr>
          <p:nvPr/>
        </p:nvCxnSpPr>
        <p:spPr>
          <a:xfrm flipH="1">
            <a:off x="0" y="1849497"/>
            <a:ext cx="464819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직선 연결선(S) 6">
            <a:extLst>
              <a:ext uri="{FF2B5EF4-FFF2-40B4-BE49-F238E27FC236}">
                <a16:creationId xmlns:a16="http://schemas.microsoft.com/office/drawing/2014/main" id="{B57362BC-3CD1-D6F5-CB9B-B2AAD7EAD176}"/>
              </a:ext>
            </a:extLst>
          </p:cNvPr>
          <p:cNvCxnSpPr>
            <a:cxnSpLocks/>
          </p:cNvCxnSpPr>
          <p:nvPr/>
        </p:nvCxnSpPr>
        <p:spPr>
          <a:xfrm>
            <a:off x="492251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135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그림 18이 있는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58AB8C-6B7B-EBD3-4D71-F5150448D3B6}"/>
              </a:ext>
            </a:extLst>
          </p:cNvPr>
          <p:cNvSpPr>
            <a:spLocks noGrp="1"/>
          </p:cNvSpPr>
          <p:nvPr>
            <p:ph type="title" hasCustomPrompt="1"/>
          </p:nvPr>
        </p:nvSpPr>
        <p:spPr>
          <a:xfrm>
            <a:off x="457201" y="4407360"/>
            <a:ext cx="3543299" cy="1732820"/>
          </a:xfrm>
        </p:spPr>
        <p:txBody>
          <a:bodyPr rtlCol="0" anchor="t">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19" name="그림 개체 틀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rtlCol="0">
            <a:normAutofit/>
          </a:bodyPr>
          <a:lstStyle>
            <a:lvl1pPr marL="0" indent="0">
              <a:buNone/>
              <a:defRPr>
                <a:latin typeface="Malgun Gothic" panose="020B0503020000020004" pitchFamily="34" charset="-127"/>
                <a:ea typeface="Malgun Gothic" panose="020B0503020000020004" pitchFamily="34" charset="-127"/>
              </a:defRPr>
            </a:lvl1pPr>
          </a:lstStyle>
          <a:p>
            <a:pPr rtl="0"/>
            <a:r>
              <a:rPr lang="ko"/>
              <a:t> </a:t>
            </a:r>
          </a:p>
        </p:txBody>
      </p:sp>
      <p:sp>
        <p:nvSpPr>
          <p:cNvPr id="3" name="내용 개체 틀 2">
            <a:extLst>
              <a:ext uri="{FF2B5EF4-FFF2-40B4-BE49-F238E27FC236}">
                <a16:creationId xmlns:a16="http://schemas.microsoft.com/office/drawing/2014/main" id="{00327223-CF88-A3FD-E8DF-370D7C19B1B6}"/>
              </a:ext>
            </a:extLst>
          </p:cNvPr>
          <p:cNvSpPr>
            <a:spLocks noGrp="1"/>
          </p:cNvSpPr>
          <p:nvPr>
            <p:ph idx="1" hasCustomPrompt="1"/>
          </p:nvPr>
        </p:nvSpPr>
        <p:spPr>
          <a:xfrm>
            <a:off x="4892635" y="788704"/>
            <a:ext cx="6730614" cy="5385851"/>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ADC28223-FDFF-908F-158A-3401127BA5C7}"/>
              </a:ext>
            </a:extLst>
          </p:cNvPr>
          <p:cNvSpPr>
            <a:spLocks noGrp="1"/>
          </p:cNvSpPr>
          <p:nvPr>
            <p:ph type="dt" sz="half" idx="10"/>
          </p:nvPr>
        </p:nvSpPr>
        <p:spPr/>
        <p:txBody>
          <a:bodyPr rtlCol="0"/>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14" name="직선 연결선(S)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직선 연결선(S)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38966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큰 숫자">
    <p:bg>
      <p:bgRef idx="1001">
        <a:schemeClr val="bg2"/>
      </p:bgRef>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algun Gothic" panose="020B0503020000020004" pitchFamily="34" charset="-127"/>
                <a:ea typeface="Malgun Gothic" panose="020B0503020000020004" pitchFamily="34" charset="-127"/>
              </a:defRPr>
            </a:lvl1pPr>
          </a:lstStyle>
          <a:p>
            <a:pPr lvl="0" rtl="0"/>
            <a:r>
              <a:rPr lang="ko"/>
              <a:t>클릭하여 마스터 제목 스타일 편집</a:t>
            </a:r>
          </a:p>
        </p:txBody>
      </p:sp>
      <p:sp>
        <p:nvSpPr>
          <p:cNvPr id="7" name="내용 개체 틀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algun Gothic" panose="020B0503020000020004" pitchFamily="34" charset="-127"/>
                <a:ea typeface="Malgun Gothic" panose="020B0503020000020004" pitchFamily="34" charset="-127"/>
              </a:defRPr>
            </a:lvl1pPr>
          </a:lstStyle>
          <a:p>
            <a:pPr lvl="0" rtl="0"/>
            <a:r>
              <a:rPr lang="ko"/>
              <a:t>##%</a:t>
            </a:r>
          </a:p>
        </p:txBody>
      </p:sp>
      <p:sp>
        <p:nvSpPr>
          <p:cNvPr id="4" name="바닥글 개체 틀 3">
            <a:extLst>
              <a:ext uri="{FF2B5EF4-FFF2-40B4-BE49-F238E27FC236}">
                <a16:creationId xmlns:a16="http://schemas.microsoft.com/office/drawing/2014/main" id="{943AE6E7-0083-439C-3FBC-ADE4BE86C1A4}"/>
              </a:ext>
            </a:extLst>
          </p:cNvPr>
          <p:cNvSpPr>
            <a:spLocks noGrp="1"/>
          </p:cNvSpPr>
          <p:nvPr>
            <p:ph type="ftr" sz="quarter" idx="11"/>
          </p:nvPr>
        </p:nvSpPr>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15DF3EE-4BB8-4215-E053-BF3ED1BB9F9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10" name="직선 연결선(S)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38960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큰 숫자 2">
    <p:bg>
      <p:bgRef idx="1001">
        <a:schemeClr val="bg1"/>
      </p:bgRef>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FEF9816A-24DB-A6D2-3F39-E78DC5E1C26D}"/>
              </a:ext>
            </a:extLst>
          </p:cNvPr>
          <p:cNvSpPr/>
          <p:nvPr/>
        </p:nvSpPr>
        <p:spPr>
          <a:xfrm>
            <a:off x="0" y="0"/>
            <a:ext cx="12192000" cy="6858000"/>
          </a:xfrm>
          <a:prstGeom prst="rect">
            <a:avLst/>
          </a:prstGeom>
          <a:solidFill>
            <a:schemeClr val="accent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0B5B8561-D435-07DE-2456-79994CDFB83C}"/>
              </a:ext>
            </a:extLst>
          </p:cNvPr>
          <p:cNvSpPr>
            <a:spLocks noGrp="1"/>
          </p:cNvSpPr>
          <p:nvPr>
            <p:ph type="title" hasCustomPrompt="1"/>
          </p:nvPr>
        </p:nvSpPr>
        <p:spPr>
          <a:xfrm>
            <a:off x="806196" y="5248656"/>
            <a:ext cx="10579608" cy="896112"/>
          </a:xfrm>
        </p:spPr>
        <p:txBody>
          <a:bodyPr vert="horz" lIns="91440" tIns="45720" rIns="91440" bIns="45720" rtlCol="0" anchor="ctr">
            <a:normAutofit/>
          </a:bodyPr>
          <a:lstStyle>
            <a:lvl1pPr algn="ctr">
              <a:lnSpc>
                <a:spcPct val="110000"/>
              </a:lnSpc>
              <a:defRPr lang="en-US" sz="2400" cap="all" spc="200" baseline="0" dirty="0">
                <a:solidFill>
                  <a:schemeClr val="accent4">
                    <a:lumMod val="75000"/>
                  </a:schemeClr>
                </a:solidFill>
                <a:latin typeface="Malgun Gothic" panose="020B0503020000020004" pitchFamily="34" charset="-127"/>
                <a:ea typeface="Malgun Gothic" panose="020B0503020000020004" pitchFamily="34" charset="-127"/>
              </a:defRPr>
            </a:lvl1pPr>
          </a:lstStyle>
          <a:p>
            <a:pPr lvl="0" rtl="0"/>
            <a:r>
              <a:rPr lang="ko"/>
              <a:t>클릭하여 마스터 제목 스타일 편집</a:t>
            </a:r>
          </a:p>
        </p:txBody>
      </p:sp>
      <p:sp>
        <p:nvSpPr>
          <p:cNvPr id="7" name="내용 개체 틀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5300" y="603504"/>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accent4">
                    <a:lumMod val="75000"/>
                  </a:schemeClr>
                </a:solidFill>
                <a:latin typeface="Malgun Gothic" panose="020B0503020000020004" pitchFamily="34" charset="-127"/>
                <a:ea typeface="Malgun Gothic" panose="020B0503020000020004" pitchFamily="34" charset="-127"/>
              </a:defRPr>
            </a:lvl1pPr>
          </a:lstStyle>
          <a:p>
            <a:pPr lvl="0" rtl="0"/>
            <a:r>
              <a:rPr lang="ko"/>
              <a:t>##%</a:t>
            </a:r>
          </a:p>
        </p:txBody>
      </p:sp>
      <p:sp>
        <p:nvSpPr>
          <p:cNvPr id="4" name="바닥글 개체 틀 3">
            <a:extLst>
              <a:ext uri="{FF2B5EF4-FFF2-40B4-BE49-F238E27FC236}">
                <a16:creationId xmlns:a16="http://schemas.microsoft.com/office/drawing/2014/main" id="{943AE6E7-0083-439C-3FBC-ADE4BE86C1A4}"/>
              </a:ext>
            </a:extLst>
          </p:cNvPr>
          <p:cNvSpPr>
            <a:spLocks noGrp="1"/>
          </p:cNvSpPr>
          <p:nvPr>
            <p:ph type="ftr" sz="quarter" idx="11"/>
          </p:nvPr>
        </p:nvSpPr>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15DF3EE-4BB8-4215-E053-BF3ED1BB9F9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6" name="직선 연결선(S) 5">
            <a:extLst>
              <a:ext uri="{FF2B5EF4-FFF2-40B4-BE49-F238E27FC236}">
                <a16:creationId xmlns:a16="http://schemas.microsoft.com/office/drawing/2014/main" id="{64C657CA-BC15-CFB3-68A2-CD405FBC42E3}"/>
              </a:ext>
            </a:extLst>
          </p:cNvPr>
          <p:cNvCxnSpPr>
            <a:cxnSpLocks/>
          </p:cNvCxnSpPr>
          <p:nvPr/>
        </p:nvCxnSpPr>
        <p:spPr>
          <a:xfrm flipH="1">
            <a:off x="0" y="5018669"/>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C2258A7C-B0B2-E98B-CC50-E513F3F96778}"/>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3906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큰 숫자 3">
    <p:bg>
      <p:bgRef idx="1001">
        <a:schemeClr val="bg2"/>
      </p:bgRef>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5FDE1DC1-9689-2EE3-E7BA-1B5865E69925}"/>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0B5B8561-D435-07DE-2456-79994CDFB83C}"/>
              </a:ext>
            </a:extLst>
          </p:cNvPr>
          <p:cNvSpPr>
            <a:spLocks noGrp="1"/>
          </p:cNvSpPr>
          <p:nvPr>
            <p:ph type="title" hasCustomPrompt="1"/>
          </p:nvPr>
        </p:nvSpPr>
        <p:spPr>
          <a:xfrm>
            <a:off x="1718209" y="5095152"/>
            <a:ext cx="8755582" cy="1397088"/>
          </a:xfrm>
        </p:spPr>
        <p:txBody>
          <a:bodyPr vert="horz" lIns="91440" tIns="45720" rIns="91440" bIns="45720" rtlCol="0" anchor="ctr">
            <a:normAutofit/>
          </a:bodyPr>
          <a:lstStyle>
            <a:lvl1pPr algn="ctr">
              <a:lnSpc>
                <a:spcPct val="120000"/>
              </a:lnSpc>
              <a:defRPr lang="en-US" sz="2600" cap="all" spc="100" baseline="0" dirty="0">
                <a:solidFill>
                  <a:schemeClr val="accent4"/>
                </a:solidFill>
                <a:latin typeface="Malgun Gothic" panose="020B0503020000020004" pitchFamily="34" charset="-127"/>
                <a:ea typeface="Malgun Gothic" panose="020B0503020000020004" pitchFamily="34" charset="-127"/>
              </a:defRPr>
            </a:lvl1pPr>
          </a:lstStyle>
          <a:p>
            <a:pPr lvl="0" rtl="0"/>
            <a:r>
              <a:rPr lang="ko"/>
              <a:t>클릭하여 마스터 제목 스타일 편집</a:t>
            </a:r>
          </a:p>
        </p:txBody>
      </p:sp>
      <p:sp>
        <p:nvSpPr>
          <p:cNvPr id="7" name="내용 개체 틀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915924" y="604476"/>
            <a:ext cx="10360152" cy="3886200"/>
          </a:xfrm>
        </p:spPr>
        <p:txBody>
          <a:bodyPr vert="horz" lIns="91440" tIns="45720" rIns="91440" bIns="45720" rtlCol="0" anchor="b">
            <a:normAutofit/>
          </a:bodyPr>
          <a:lstStyle>
            <a:lvl1pPr marL="0" indent="0" algn="ctr">
              <a:lnSpc>
                <a:spcPct val="90000"/>
              </a:lnSpc>
              <a:spcBef>
                <a:spcPts val="0"/>
              </a:spcBef>
              <a:buNone/>
              <a:defRPr lang="en-US" sz="26000" dirty="0">
                <a:solidFill>
                  <a:schemeClr val="accent4"/>
                </a:solidFill>
                <a:latin typeface="Malgun Gothic" panose="020B0503020000020004" pitchFamily="34" charset="-127"/>
                <a:ea typeface="Malgun Gothic" panose="020B0503020000020004" pitchFamily="34" charset="-127"/>
              </a:defRPr>
            </a:lvl1pPr>
          </a:lstStyle>
          <a:p>
            <a:pPr lvl="0" rtl="0"/>
            <a:r>
              <a:rPr lang="ko"/>
              <a:t>##%</a:t>
            </a:r>
          </a:p>
        </p:txBody>
      </p:sp>
      <p:sp>
        <p:nvSpPr>
          <p:cNvPr id="4" name="바닥글 개체 틀 3">
            <a:extLst>
              <a:ext uri="{FF2B5EF4-FFF2-40B4-BE49-F238E27FC236}">
                <a16:creationId xmlns:a16="http://schemas.microsoft.com/office/drawing/2014/main" id="{943AE6E7-0083-439C-3FBC-ADE4BE86C1A4}"/>
              </a:ext>
            </a:extLst>
          </p:cNvPr>
          <p:cNvSpPr>
            <a:spLocks noGrp="1"/>
          </p:cNvSpPr>
          <p:nvPr>
            <p:ph type="ftr" sz="quarter" idx="11"/>
          </p:nvPr>
        </p:nvSpPr>
        <p:spPr>
          <a:xfrm>
            <a:off x="64008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15DF3EE-4BB8-4215-E053-BF3ED1BB9F9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9" name="직선 연결선(S) 8">
            <a:extLst>
              <a:ext uri="{FF2B5EF4-FFF2-40B4-BE49-F238E27FC236}">
                <a16:creationId xmlns:a16="http://schemas.microsoft.com/office/drawing/2014/main" id="{C4E840B4-4A86-E59D-DE37-6D68E8998743}"/>
              </a:ext>
            </a:extLst>
          </p:cNvPr>
          <p:cNvCxnSpPr>
            <a:cxnSpLocks/>
          </p:cNvCxnSpPr>
          <p:nvPr/>
        </p:nvCxnSpPr>
        <p:spPr>
          <a:xfrm flipH="1">
            <a:off x="0" y="4800185"/>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374C1874-713F-9C70-0910-15468C71D94B}"/>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FFE3C4BC-AB49-4B2D-6D76-2DB06F19B146}"/>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19048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큰 숫자 4">
    <p:bg>
      <p:bgRef idx="1001">
        <a:schemeClr val="bg2"/>
      </p:bgRef>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7F5F8892-F2ED-BFCA-E7AB-85D6D27E4996}"/>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0B5B8561-D435-07DE-2456-79994CDFB83C}"/>
              </a:ext>
            </a:extLst>
          </p:cNvPr>
          <p:cNvSpPr>
            <a:spLocks noGrp="1"/>
          </p:cNvSpPr>
          <p:nvPr>
            <p:ph type="title" hasCustomPrompt="1"/>
          </p:nvPr>
        </p:nvSpPr>
        <p:spPr>
          <a:xfrm>
            <a:off x="457200" y="4809744"/>
            <a:ext cx="10817352" cy="1325880"/>
          </a:xfrm>
        </p:spPr>
        <p:txBody>
          <a:bodyPr vert="horz" lIns="91440" tIns="45720" rIns="91440" bIns="45720" rtlCol="0" anchor="ctr">
            <a:normAutofit/>
          </a:bodyPr>
          <a:lstStyle>
            <a:lvl1pPr>
              <a:lnSpc>
                <a:spcPct val="120000"/>
              </a:lnSpc>
              <a:defRPr lang="en-US" sz="2400" cap="all" spc="200" baseline="0" dirty="0">
                <a:solidFill>
                  <a:schemeClr val="tx2">
                    <a:alpha val="90000"/>
                  </a:schemeClr>
                </a:solidFill>
                <a:latin typeface="Malgun Gothic" panose="020B0503020000020004" pitchFamily="34" charset="-127"/>
                <a:ea typeface="Malgun Gothic" panose="020B0503020000020004" pitchFamily="34" charset="-127"/>
              </a:defRPr>
            </a:lvl1pPr>
          </a:lstStyle>
          <a:p>
            <a:pPr lvl="0" rtl="0"/>
            <a:r>
              <a:rPr lang="ko"/>
              <a:t>클릭하여 마스터 제목 스타일 편집</a:t>
            </a:r>
          </a:p>
        </p:txBody>
      </p:sp>
      <p:sp>
        <p:nvSpPr>
          <p:cNvPr id="7" name="내용 개체 틀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57200" y="603504"/>
            <a:ext cx="10817352" cy="3886200"/>
          </a:xfrm>
        </p:spPr>
        <p:txBody>
          <a:bodyPr vert="horz" lIns="91440" tIns="45720" rIns="91440" bIns="45720" rtlCol="0" anchor="b">
            <a:normAutofit/>
          </a:bodyPr>
          <a:lstStyle>
            <a:lvl1pPr marL="0" indent="0">
              <a:lnSpc>
                <a:spcPct val="90000"/>
              </a:lnSpc>
              <a:buNone/>
              <a:defRPr lang="en-US" sz="26000" dirty="0">
                <a:solidFill>
                  <a:schemeClr val="accent4"/>
                </a:solidFill>
                <a:latin typeface="Malgun Gothic" panose="020B0503020000020004" pitchFamily="34" charset="-127"/>
                <a:ea typeface="Malgun Gothic" panose="020B0503020000020004" pitchFamily="34" charset="-127"/>
              </a:defRPr>
            </a:lvl1pPr>
          </a:lstStyle>
          <a:p>
            <a:pPr lvl="0" rtl="0"/>
            <a:r>
              <a:rPr lang="ko"/>
              <a:t>##%</a:t>
            </a:r>
          </a:p>
        </p:txBody>
      </p:sp>
      <p:sp>
        <p:nvSpPr>
          <p:cNvPr id="4" name="바닥글 개체 틀 3">
            <a:extLst>
              <a:ext uri="{FF2B5EF4-FFF2-40B4-BE49-F238E27FC236}">
                <a16:creationId xmlns:a16="http://schemas.microsoft.com/office/drawing/2014/main" id="{943AE6E7-0083-439C-3FBC-ADE4BE86C1A4}"/>
              </a:ext>
            </a:extLst>
          </p:cNvPr>
          <p:cNvSpPr>
            <a:spLocks noGrp="1"/>
          </p:cNvSpPr>
          <p:nvPr>
            <p:ph type="ftr" sz="quarter" idx="11"/>
          </p:nvPr>
        </p:nvSpPr>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15DF3EE-4BB8-4215-E053-BF3ED1BB9F9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6" name="직선 연결선(S) 5">
            <a:extLst>
              <a:ext uri="{FF2B5EF4-FFF2-40B4-BE49-F238E27FC236}">
                <a16:creationId xmlns:a16="http://schemas.microsoft.com/office/drawing/2014/main" id="{FBC03FAC-E732-2A29-931B-DF10E16576A9}"/>
              </a:ext>
            </a:extLst>
          </p:cNvPr>
          <p:cNvCxnSpPr>
            <a:cxnSpLocks/>
          </p:cNvCxnSpPr>
          <p:nvPr/>
        </p:nvCxnSpPr>
        <p:spPr>
          <a:xfrm flipH="1">
            <a:off x="0" y="4567063"/>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22EAA9EA-F053-9082-1866-9E27466BAA2B}"/>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C4634D08-FFFD-5C50-9C95-E26621C9F10B}"/>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99117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명세서">
    <p:bg>
      <p:bgRef idx="1001">
        <a:schemeClr val="bg2"/>
      </p:bgRef>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914400"/>
          </a:xfrm>
        </p:spPr>
        <p:txBody>
          <a:bodyPr rtlCol="0">
            <a:normAutofit/>
          </a:bodyPr>
          <a:lstStyle>
            <a:lvl1pPr>
              <a:defRPr>
                <a:solidFill>
                  <a:schemeClr val="bg2"/>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7" name="내용 개체 틀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rtlCol="0" anchor="ctr">
            <a:normAutofit/>
          </a:bodyPr>
          <a:lstStyle>
            <a:lvl1pPr marL="0" indent="0" algn="ctr">
              <a:lnSpc>
                <a:spcPct val="110000"/>
              </a:lnSpc>
              <a:buNone/>
              <a:defRPr sz="5400" b="0">
                <a:solidFill>
                  <a:schemeClr val="tx2"/>
                </a:solidFill>
                <a:latin typeface="Malgun Gothic" panose="020B0503020000020004" pitchFamily="34" charset="-127"/>
                <a:ea typeface="Malgun Gothic" panose="020B0503020000020004" pitchFamily="34" charset="-127"/>
              </a:defRPr>
            </a:lvl1pPr>
            <a:lvl2pPr marL="228600" indent="0" algn="ctr">
              <a:lnSpc>
                <a:spcPct val="110000"/>
              </a:lnSpc>
              <a:buNone/>
              <a:defRPr sz="4800" b="0">
                <a:solidFill>
                  <a:schemeClr val="tx2"/>
                </a:solidFill>
                <a:latin typeface="Malgun Gothic" panose="020B0503020000020004" pitchFamily="34" charset="-127"/>
                <a:ea typeface="Malgun Gothic" panose="020B0503020000020004" pitchFamily="34" charset="-127"/>
              </a:defRPr>
            </a:lvl2pPr>
            <a:lvl3pPr marL="457200" indent="0" algn="ctr">
              <a:lnSpc>
                <a:spcPct val="110000"/>
              </a:lnSpc>
              <a:buNone/>
              <a:defRPr sz="4400" b="0">
                <a:solidFill>
                  <a:schemeClr val="tx2"/>
                </a:solidFill>
                <a:latin typeface="Malgun Gothic" panose="020B0503020000020004" pitchFamily="34" charset="-127"/>
                <a:ea typeface="Malgun Gothic" panose="020B0503020000020004" pitchFamily="34" charset="-127"/>
              </a:defRPr>
            </a:lvl3pPr>
            <a:lvl4pPr marL="685800" indent="0" algn="ctr">
              <a:lnSpc>
                <a:spcPct val="110000"/>
              </a:lnSpc>
              <a:buNone/>
              <a:defRPr sz="4000" b="0">
                <a:solidFill>
                  <a:schemeClr val="tx2"/>
                </a:solidFill>
                <a:latin typeface="Malgun Gothic" panose="020B0503020000020004" pitchFamily="34" charset="-127"/>
                <a:ea typeface="Malgun Gothic" panose="020B0503020000020004" pitchFamily="34" charset="-127"/>
              </a:defRPr>
            </a:lvl4pPr>
            <a:lvl5pPr marL="914400" indent="0" algn="ctr">
              <a:lnSpc>
                <a:spcPct val="110000"/>
              </a:lnSpc>
              <a:buNone/>
              <a:defRPr sz="3600" b="0">
                <a:solidFill>
                  <a:schemeClr val="tx2"/>
                </a:solidFill>
                <a:latin typeface="Malgun Gothic" panose="020B0503020000020004" pitchFamily="34" charset="-127"/>
                <a:ea typeface="Malgun Gothic" panose="020B0503020000020004" pitchFamily="34" charset="-127"/>
              </a:defRPr>
            </a:lvl5pPr>
          </a:lstStyle>
          <a:p>
            <a:pPr lvl="0" rtl="0"/>
            <a:r>
              <a:rPr lang="ko"/>
              <a:t>클릭하여 문 편집</a:t>
            </a:r>
          </a:p>
          <a:p>
            <a:pPr lvl="1" rtl="0"/>
            <a:r>
              <a:rPr lang="ko"/>
              <a:t>둘째 수준</a:t>
            </a:r>
          </a:p>
          <a:p>
            <a:pPr lvl="2" rtl="0"/>
            <a:r>
              <a:rPr lang="ko"/>
              <a:t>셋째 수준</a:t>
            </a:r>
          </a:p>
          <a:p>
            <a:pPr lvl="3" rtl="0"/>
            <a:r>
              <a:rPr lang="ko"/>
              <a:t>넷째 수준</a:t>
            </a:r>
          </a:p>
          <a:p>
            <a:pPr lvl="4" rtl="0"/>
            <a:r>
              <a:rPr lang="ko"/>
              <a:t>다섯째 수준</a:t>
            </a:r>
          </a:p>
        </p:txBody>
      </p:sp>
      <p:sp>
        <p:nvSpPr>
          <p:cNvPr id="4" name="바닥글 개체 틀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9" name="직선 연결선(S)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9831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문 2">
    <p:bg>
      <p:bgRef idx="1001">
        <a:schemeClr val="bg2"/>
      </p:bgRef>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AEFC0D0B-DA30-766C-173E-0170DEC1DFE7}"/>
              </a:ext>
            </a:extLst>
          </p:cNvPr>
          <p:cNvSpPr/>
          <p:nvPr/>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914400"/>
          </a:xfrm>
        </p:spPr>
        <p:txBody>
          <a:bodyPr rtlCol="0">
            <a:normAutofit/>
          </a:bodyPr>
          <a:lstStyle>
            <a:lvl1pPr>
              <a:defRPr>
                <a:solidFill>
                  <a:schemeClr val="bg2"/>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7" name="내용 개체 틀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676" y="1069677"/>
            <a:ext cx="9290649" cy="4744528"/>
          </a:xfrm>
        </p:spPr>
        <p:txBody>
          <a:bodyPr rtlCol="0" anchor="ctr">
            <a:normAutofit/>
          </a:bodyPr>
          <a:lstStyle>
            <a:lvl1pPr marL="0" indent="0" algn="ctr">
              <a:lnSpc>
                <a:spcPct val="120000"/>
              </a:lnSpc>
              <a:buNone/>
              <a:defRPr sz="4000" b="0" cap="all" spc="260" baseline="0">
                <a:solidFill>
                  <a:schemeClr val="tx2"/>
                </a:solidFill>
                <a:latin typeface="Malgun Gothic" panose="020B0503020000020004" pitchFamily="34" charset="-127"/>
                <a:ea typeface="Malgun Gothic" panose="020B0503020000020004" pitchFamily="34" charset="-127"/>
              </a:defRPr>
            </a:lvl1pPr>
            <a:lvl2pPr marL="228600" indent="0" algn="ctr">
              <a:lnSpc>
                <a:spcPct val="120000"/>
              </a:lnSpc>
              <a:buNone/>
              <a:defRPr sz="4000" b="0" cap="all" spc="260" baseline="0">
                <a:solidFill>
                  <a:schemeClr val="tx2"/>
                </a:solidFill>
                <a:latin typeface="Malgun Gothic" panose="020B0503020000020004" pitchFamily="34" charset="-127"/>
                <a:ea typeface="Malgun Gothic" panose="020B0503020000020004" pitchFamily="34" charset="-127"/>
              </a:defRPr>
            </a:lvl2pPr>
            <a:lvl3pPr marL="457200" indent="0" algn="ctr">
              <a:lnSpc>
                <a:spcPct val="120000"/>
              </a:lnSpc>
              <a:buNone/>
              <a:defRPr sz="4000" b="0" cap="all" spc="260" baseline="0">
                <a:solidFill>
                  <a:schemeClr val="tx2"/>
                </a:solidFill>
                <a:latin typeface="Malgun Gothic" panose="020B0503020000020004" pitchFamily="34" charset="-127"/>
                <a:ea typeface="Malgun Gothic" panose="020B0503020000020004" pitchFamily="34" charset="-127"/>
              </a:defRPr>
            </a:lvl3pPr>
            <a:lvl4pPr marL="685800" indent="0" algn="ctr">
              <a:lnSpc>
                <a:spcPct val="120000"/>
              </a:lnSpc>
              <a:buNone/>
              <a:defRPr sz="4000" b="0" cap="all" spc="260" baseline="0">
                <a:solidFill>
                  <a:schemeClr val="tx2"/>
                </a:solidFill>
                <a:latin typeface="Malgun Gothic" panose="020B0503020000020004" pitchFamily="34" charset="-127"/>
                <a:ea typeface="Malgun Gothic" panose="020B0503020000020004" pitchFamily="34" charset="-127"/>
              </a:defRPr>
            </a:lvl4pPr>
            <a:lvl5pPr marL="914400" indent="0" algn="ctr">
              <a:lnSpc>
                <a:spcPct val="120000"/>
              </a:lnSpc>
              <a:buNone/>
              <a:defRPr sz="4000" b="0" cap="all" spc="260" baseline="0">
                <a:solidFill>
                  <a:schemeClr val="tx2"/>
                </a:solidFill>
                <a:latin typeface="Malgun Gothic" panose="020B0503020000020004" pitchFamily="34" charset="-127"/>
                <a:ea typeface="Malgun Gothic" panose="020B0503020000020004" pitchFamily="34" charset="-127"/>
              </a:defRPr>
            </a:lvl5pPr>
          </a:lstStyle>
          <a:p>
            <a:pPr lvl="0" rtl="0"/>
            <a:r>
              <a:rPr lang="ko"/>
              <a:t>클릭하여 문 편집</a:t>
            </a:r>
          </a:p>
          <a:p>
            <a:pPr lvl="1" rtl="0"/>
            <a:r>
              <a:rPr lang="ko"/>
              <a:t>둘째 수준</a:t>
            </a:r>
          </a:p>
          <a:p>
            <a:pPr lvl="2" rtl="0"/>
            <a:r>
              <a:rPr lang="ko"/>
              <a:t>셋째 수준</a:t>
            </a:r>
          </a:p>
          <a:p>
            <a:pPr lvl="3" rtl="0"/>
            <a:r>
              <a:rPr lang="ko"/>
              <a:t>넷째 수준</a:t>
            </a:r>
          </a:p>
          <a:p>
            <a:pPr lvl="4" rtl="0"/>
            <a:r>
              <a:rPr lang="ko"/>
              <a:t>다섯째 수준</a:t>
            </a:r>
          </a:p>
        </p:txBody>
      </p:sp>
      <p:sp>
        <p:nvSpPr>
          <p:cNvPr id="4" name="바닥글 개체 틀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6" name="직선 연결선(S) 5">
            <a:extLst>
              <a:ext uri="{FF2B5EF4-FFF2-40B4-BE49-F238E27FC236}">
                <a16:creationId xmlns:a16="http://schemas.microsoft.com/office/drawing/2014/main" id="{6D749579-0FDB-004C-88C7-AEAFA967138F}"/>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7236D2D7-1E6C-18EB-97E2-3C716E213514}"/>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CC134195-89D3-0A49-21C0-FCE233C5FA6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9A06AC78-B01D-B856-062B-5BDFA424140A}"/>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5820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문 3">
    <p:bg>
      <p:bgRef idx="1001">
        <a:schemeClr val="bg2"/>
      </p:bgRef>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A54B8B42-1FAE-0461-C13E-F2663EC89061}"/>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914400"/>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7" name="내용 개체 틀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rtlCol="0" anchor="ctr">
            <a:normAutofit/>
          </a:bodyPr>
          <a:lstStyle>
            <a:lvl1pPr marL="0" indent="0" algn="ctr">
              <a:lnSpc>
                <a:spcPct val="110000"/>
              </a:lnSpc>
              <a:buNone/>
              <a:defRPr sz="5400" b="0">
                <a:solidFill>
                  <a:schemeClr val="tx2">
                    <a:alpha val="90000"/>
                  </a:schemeClr>
                </a:solidFill>
                <a:latin typeface="Malgun Gothic" panose="020B0503020000020004" pitchFamily="34" charset="-127"/>
                <a:ea typeface="Malgun Gothic" panose="020B0503020000020004" pitchFamily="34" charset="-127"/>
              </a:defRPr>
            </a:lvl1pPr>
            <a:lvl2pPr marL="228600" indent="0" algn="ctr">
              <a:lnSpc>
                <a:spcPct val="110000"/>
              </a:lnSpc>
              <a:buNone/>
              <a:defRPr sz="4800" b="0">
                <a:solidFill>
                  <a:schemeClr val="tx2">
                    <a:alpha val="90000"/>
                  </a:schemeClr>
                </a:solidFill>
                <a:latin typeface="Malgun Gothic" panose="020B0503020000020004" pitchFamily="34" charset="-127"/>
                <a:ea typeface="Malgun Gothic" panose="020B0503020000020004" pitchFamily="34" charset="-127"/>
              </a:defRPr>
            </a:lvl2pPr>
            <a:lvl3pPr marL="457200" indent="0" algn="ctr">
              <a:lnSpc>
                <a:spcPct val="110000"/>
              </a:lnSpc>
              <a:buNone/>
              <a:defRPr sz="4400" b="0">
                <a:solidFill>
                  <a:schemeClr val="tx2">
                    <a:alpha val="90000"/>
                  </a:schemeClr>
                </a:solidFill>
                <a:latin typeface="Malgun Gothic" panose="020B0503020000020004" pitchFamily="34" charset="-127"/>
                <a:ea typeface="Malgun Gothic" panose="020B0503020000020004" pitchFamily="34" charset="-127"/>
              </a:defRPr>
            </a:lvl3pPr>
            <a:lvl4pPr marL="685800" indent="0" algn="ctr">
              <a:lnSpc>
                <a:spcPct val="110000"/>
              </a:lnSpc>
              <a:buNone/>
              <a:defRPr sz="4000" b="0">
                <a:solidFill>
                  <a:schemeClr val="tx2">
                    <a:alpha val="90000"/>
                  </a:schemeClr>
                </a:solidFill>
                <a:latin typeface="Malgun Gothic" panose="020B0503020000020004" pitchFamily="34" charset="-127"/>
                <a:ea typeface="Malgun Gothic" panose="020B0503020000020004" pitchFamily="34" charset="-127"/>
              </a:defRPr>
            </a:lvl4pPr>
            <a:lvl5pPr marL="914400" indent="0" algn="ctr">
              <a:lnSpc>
                <a:spcPct val="110000"/>
              </a:lnSpc>
              <a:buNone/>
              <a:defRPr sz="3600" b="0">
                <a:solidFill>
                  <a:schemeClr val="tx2">
                    <a:alpha val="90000"/>
                  </a:schemeClr>
                </a:solidFill>
                <a:latin typeface="Malgun Gothic" panose="020B0503020000020004" pitchFamily="34" charset="-127"/>
                <a:ea typeface="Malgun Gothic" panose="020B0503020000020004" pitchFamily="34" charset="-127"/>
              </a:defRPr>
            </a:lvl5pPr>
          </a:lstStyle>
          <a:p>
            <a:pPr lvl="0" rtl="0"/>
            <a:r>
              <a:rPr lang="ko"/>
              <a:t>클릭하여 문 편집</a:t>
            </a:r>
          </a:p>
          <a:p>
            <a:pPr lvl="1" rtl="0"/>
            <a:r>
              <a:rPr lang="ko"/>
              <a:t>둘째 수준</a:t>
            </a:r>
          </a:p>
          <a:p>
            <a:pPr lvl="2" rtl="0"/>
            <a:r>
              <a:rPr lang="ko"/>
              <a:t>셋째 수준</a:t>
            </a:r>
          </a:p>
          <a:p>
            <a:pPr lvl="3" rtl="0"/>
            <a:r>
              <a:rPr lang="ko"/>
              <a:t>넷째 수준</a:t>
            </a:r>
          </a:p>
          <a:p>
            <a:pPr lvl="4" rtl="0"/>
            <a:r>
              <a:rPr lang="ko"/>
              <a:t>다섯째 수준</a:t>
            </a:r>
          </a:p>
        </p:txBody>
      </p:sp>
      <p:sp>
        <p:nvSpPr>
          <p:cNvPr id="4" name="바닥글 개체 틀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9" name="직선 연결선(S)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S)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551971"/>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문 4">
    <p:bg>
      <p:bgRef idx="1001">
        <a:schemeClr val="bg2"/>
      </p:bgRef>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FEAF5849-739D-C101-47C3-B7745B65C36B}"/>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133856"/>
            <a:ext cx="10652760" cy="914400"/>
          </a:xfrm>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7" name="내용 개체 틀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1" y="726618"/>
            <a:ext cx="9057452" cy="3959677"/>
          </a:xfrm>
        </p:spPr>
        <p:txBody>
          <a:bodyPr rtlCol="0" anchor="ctr">
            <a:normAutofit/>
          </a:bodyPr>
          <a:lstStyle>
            <a:lvl1pPr marL="0" indent="0">
              <a:lnSpc>
                <a:spcPct val="100000"/>
              </a:lnSpc>
              <a:buNone/>
              <a:defRPr sz="6200" b="0">
                <a:solidFill>
                  <a:schemeClr val="tx2">
                    <a:alpha val="90000"/>
                  </a:schemeClr>
                </a:solidFill>
                <a:latin typeface="Malgun Gothic" panose="020B0503020000020004" pitchFamily="34" charset="-127"/>
                <a:ea typeface="Malgun Gothic" panose="020B0503020000020004" pitchFamily="34" charset="-127"/>
              </a:defRPr>
            </a:lvl1pPr>
            <a:lvl2pPr marL="228600" indent="0">
              <a:lnSpc>
                <a:spcPct val="100000"/>
              </a:lnSpc>
              <a:buNone/>
              <a:defRPr sz="6200" b="0">
                <a:solidFill>
                  <a:schemeClr val="tx2">
                    <a:alpha val="90000"/>
                  </a:schemeClr>
                </a:solidFill>
                <a:latin typeface="Malgun Gothic" panose="020B0503020000020004" pitchFamily="34" charset="-127"/>
                <a:ea typeface="Malgun Gothic" panose="020B0503020000020004" pitchFamily="34" charset="-127"/>
              </a:defRPr>
            </a:lvl2pPr>
            <a:lvl3pPr marL="457200" indent="0">
              <a:lnSpc>
                <a:spcPct val="100000"/>
              </a:lnSpc>
              <a:buNone/>
              <a:defRPr sz="6200" b="0">
                <a:solidFill>
                  <a:schemeClr val="tx2">
                    <a:alpha val="90000"/>
                  </a:schemeClr>
                </a:solidFill>
                <a:latin typeface="Malgun Gothic" panose="020B0503020000020004" pitchFamily="34" charset="-127"/>
                <a:ea typeface="Malgun Gothic" panose="020B0503020000020004" pitchFamily="34" charset="-127"/>
              </a:defRPr>
            </a:lvl3pPr>
            <a:lvl4pPr marL="685800" indent="0">
              <a:lnSpc>
                <a:spcPct val="100000"/>
              </a:lnSpc>
              <a:buNone/>
              <a:defRPr sz="6200" b="0">
                <a:solidFill>
                  <a:schemeClr val="tx2">
                    <a:alpha val="90000"/>
                  </a:schemeClr>
                </a:solidFill>
                <a:latin typeface="Malgun Gothic" panose="020B0503020000020004" pitchFamily="34" charset="-127"/>
                <a:ea typeface="Malgun Gothic" panose="020B0503020000020004" pitchFamily="34" charset="-127"/>
              </a:defRPr>
            </a:lvl4pPr>
            <a:lvl5pPr marL="914400" indent="0">
              <a:lnSpc>
                <a:spcPct val="100000"/>
              </a:lnSpc>
              <a:buNone/>
              <a:defRPr sz="6200" b="0">
                <a:solidFill>
                  <a:schemeClr val="tx2">
                    <a:alpha val="90000"/>
                  </a:schemeClr>
                </a:solidFill>
                <a:latin typeface="Malgun Gothic" panose="020B0503020000020004" pitchFamily="34" charset="-127"/>
                <a:ea typeface="Malgun Gothic" panose="020B0503020000020004" pitchFamily="34" charset="-127"/>
              </a:defRPr>
            </a:lvl5pPr>
          </a:lstStyle>
          <a:p>
            <a:pPr lvl="0" rtl="0"/>
            <a:r>
              <a:rPr lang="ko"/>
              <a:t>클릭하여 문 편집</a:t>
            </a:r>
          </a:p>
          <a:p>
            <a:pPr lvl="1" rtl="0"/>
            <a:r>
              <a:rPr lang="ko"/>
              <a:t>둘째 수준</a:t>
            </a:r>
          </a:p>
          <a:p>
            <a:pPr lvl="2" rtl="0"/>
            <a:r>
              <a:rPr lang="ko"/>
              <a:t>셋째 수준</a:t>
            </a:r>
          </a:p>
          <a:p>
            <a:pPr lvl="3" rtl="0"/>
            <a:r>
              <a:rPr lang="ko"/>
              <a:t>넷째 수준</a:t>
            </a:r>
          </a:p>
          <a:p>
            <a:pPr lvl="4" rtl="0"/>
            <a:r>
              <a:rPr lang="ko"/>
              <a:t>다섯째 수준</a:t>
            </a:r>
          </a:p>
        </p:txBody>
      </p:sp>
      <p:sp>
        <p:nvSpPr>
          <p:cNvPr id="4" name="바닥글 개체 틀 3">
            <a:extLst>
              <a:ext uri="{FF2B5EF4-FFF2-40B4-BE49-F238E27FC236}">
                <a16:creationId xmlns:a16="http://schemas.microsoft.com/office/drawing/2014/main" id="{3D56E87B-2252-4382-E6E7-15A81BCC8029}"/>
              </a:ext>
            </a:extLst>
          </p:cNvPr>
          <p:cNvSpPr>
            <a:spLocks noGrp="1"/>
          </p:cNvSpPr>
          <p:nvPr>
            <p:ph type="ftr" sz="quarter" idx="11"/>
          </p:nvPr>
        </p:nvSpPr>
        <p:spPr>
          <a:xfrm>
            <a:off x="45720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7F688C7-1128-9027-65E4-A17BBE7DDDF0}"/>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6" name="직선 연결선(S) 5">
            <a:extLst>
              <a:ext uri="{FF2B5EF4-FFF2-40B4-BE49-F238E27FC236}">
                <a16:creationId xmlns:a16="http://schemas.microsoft.com/office/drawing/2014/main" id="{7E668AFA-4F03-20A8-1BA4-B3199B0ED0C7}"/>
              </a:ext>
            </a:extLst>
          </p:cNvPr>
          <p:cNvCxnSpPr>
            <a:cxnSpLocks/>
          </p:cNvCxnSpPr>
          <p:nvPr/>
        </p:nvCxnSpPr>
        <p:spPr>
          <a:xfrm flipH="1">
            <a:off x="0" y="528468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22798B79-8105-6FCD-C65A-F6BE09F875EB}"/>
              </a:ext>
            </a:extLst>
          </p:cNvPr>
          <p:cNvCxnSpPr>
            <a:cxnSpLocks/>
          </p:cNvCxnSpPr>
          <p:nvPr/>
        </p:nvCxnSpPr>
        <p:spPr>
          <a:xfrm>
            <a:off x="10624726"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58016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인용문">
    <p:bg>
      <p:bgRef idx="1001">
        <a:schemeClr val="bg2"/>
      </p:bgRef>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rtlCol="0" anchor="ctr">
            <a:normAutofit/>
          </a:bodyPr>
          <a:lstStyle>
            <a:lvl1pPr>
              <a:lnSpc>
                <a:spcPct val="120000"/>
              </a:lnSpc>
              <a:defRPr sz="1800" b="1" cap="all" spc="100" baseline="0">
                <a:solidFill>
                  <a:schemeClr val="accent4">
                    <a:lumMod val="75000"/>
                  </a:schemeClr>
                </a:solidFill>
                <a:latin typeface="Malgun Gothic" panose="020B0503020000020004" pitchFamily="34" charset="-127"/>
                <a:ea typeface="Malgun Gothic" panose="020B0503020000020004" pitchFamily="34" charset="-127"/>
              </a:defRPr>
            </a:lvl1pPr>
          </a:lstStyle>
          <a:p>
            <a:pPr rtl="0"/>
            <a:r>
              <a:rPr lang="ko"/>
              <a:t>인용문 작성자</a:t>
            </a:r>
          </a:p>
        </p:txBody>
      </p:sp>
      <p:sp>
        <p:nvSpPr>
          <p:cNvPr id="10" name="내용 개체 틀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rtlCol="0" anchor="ctr">
            <a:normAutofit/>
          </a:bodyPr>
          <a:lstStyle>
            <a:lvl1pPr marL="182880" indent="-182880">
              <a:buNone/>
              <a:defRPr sz="4000">
                <a:solidFill>
                  <a:schemeClr val="accent4">
                    <a:lumMod val="75000"/>
                  </a:schemeClr>
                </a:solidFill>
                <a:latin typeface="Malgun Gothic" panose="020B0503020000020004" pitchFamily="34" charset="-127"/>
                <a:ea typeface="Malgun Gothic" panose="020B0503020000020004" pitchFamily="34" charset="-127"/>
              </a:defRPr>
            </a:lvl1pPr>
          </a:lstStyle>
          <a:p>
            <a:pPr lvl="0" rtl="0"/>
            <a:r>
              <a:rPr lang="ko"/>
              <a:t>클릭하여 인용문 편집</a:t>
            </a:r>
          </a:p>
        </p:txBody>
      </p:sp>
      <p:sp>
        <p:nvSpPr>
          <p:cNvPr id="4" name="바닥글 개체 틀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6" name="직선 연결선(S)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54609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인용문 2">
    <p:bg>
      <p:bgRef idx="1001">
        <a:schemeClr val="bg2"/>
      </p:bgRef>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3C0E8326-1507-F48A-851B-53763210D1ED}"/>
              </a:ext>
            </a:extLst>
          </p:cNvPr>
          <p:cNvSpPr/>
          <p:nvPr/>
        </p:nvSpPr>
        <p:spPr>
          <a:xfrm>
            <a:off x="0" y="0"/>
            <a:ext cx="12192000" cy="6858000"/>
          </a:xfrm>
          <a:prstGeom prst="rect">
            <a:avLst/>
          </a:prstGeom>
          <a:solidFill>
            <a:schemeClr val="accent1">
              <a:lumMod val="20000"/>
              <a:lumOff val="8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00414" cy="653184"/>
          </a:xfrm>
        </p:spPr>
        <p:txBody>
          <a:bodyPr rtlCol="0" anchor="ctr">
            <a:normAutofit/>
          </a:bodyPr>
          <a:lstStyle>
            <a:lvl1pPr>
              <a:lnSpc>
                <a:spcPct val="120000"/>
              </a:lnSpc>
              <a:defRPr sz="1800" b="1" cap="all" spc="100" baseline="0">
                <a:solidFill>
                  <a:schemeClr val="accent1"/>
                </a:solidFill>
                <a:latin typeface="Malgun Gothic" panose="020B0503020000020004" pitchFamily="34" charset="-127"/>
                <a:ea typeface="Malgun Gothic" panose="020B0503020000020004" pitchFamily="34" charset="-127"/>
              </a:defRPr>
            </a:lvl1pPr>
          </a:lstStyle>
          <a:p>
            <a:pPr rtl="0"/>
            <a:r>
              <a:rPr lang="ko"/>
              <a:t>인용문 작성자</a:t>
            </a:r>
          </a:p>
        </p:txBody>
      </p:sp>
      <p:sp>
        <p:nvSpPr>
          <p:cNvPr id="10" name="내용 개체 틀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00416" cy="3614737"/>
          </a:xfrm>
        </p:spPr>
        <p:txBody>
          <a:bodyPr rtlCol="0" anchor="ctr">
            <a:normAutofit/>
          </a:bodyPr>
          <a:lstStyle>
            <a:lvl1pPr marL="182880" indent="-182880">
              <a:buNone/>
              <a:defRPr sz="4000">
                <a:solidFill>
                  <a:schemeClr val="tx2">
                    <a:alpha val="80000"/>
                  </a:schemeClr>
                </a:solidFill>
                <a:latin typeface="Malgun Gothic" panose="020B0503020000020004" pitchFamily="34" charset="-127"/>
                <a:ea typeface="Malgun Gothic" panose="020B0503020000020004" pitchFamily="34" charset="-127"/>
              </a:defRPr>
            </a:lvl1pPr>
          </a:lstStyle>
          <a:p>
            <a:pPr lvl="0" rtl="0"/>
            <a:r>
              <a:rPr lang="ko"/>
              <a:t>클릭하여 인용문 편집</a:t>
            </a:r>
          </a:p>
        </p:txBody>
      </p:sp>
      <p:sp>
        <p:nvSpPr>
          <p:cNvPr id="4" name="바닥글 개체 틀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7" name="직선 연결선(S) 6">
            <a:extLst>
              <a:ext uri="{FF2B5EF4-FFF2-40B4-BE49-F238E27FC236}">
                <a16:creationId xmlns:a16="http://schemas.microsoft.com/office/drawing/2014/main" id="{207475CC-2E7D-619F-AFAD-0EB2BC1DFC40}"/>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AD81F4D6-9057-EF87-48BE-0C6D4ADC8BC6}"/>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91658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인용문 3">
    <p:bg>
      <p:bgRef idx="1001">
        <a:schemeClr val="bg1"/>
      </p:bgRef>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A8407D4A-1244-6A47-327B-CDB05AF70268}"/>
              </a:ext>
            </a:extLst>
          </p:cNvPr>
          <p:cNvSpPr/>
          <p:nvPr/>
        </p:nvSpPr>
        <p:spPr>
          <a:xfrm>
            <a:off x="0" y="0"/>
            <a:ext cx="12192000" cy="6858000"/>
          </a:xfrm>
          <a:prstGeom prst="rect">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82709" cy="653184"/>
          </a:xfrm>
        </p:spPr>
        <p:txBody>
          <a:bodyPr rtlCol="0" anchor="ctr">
            <a:normAutofit/>
          </a:bodyPr>
          <a:lstStyle>
            <a:lvl1pPr>
              <a:lnSpc>
                <a:spcPct val="120000"/>
              </a:lnSpc>
              <a:defRPr sz="1800" b="1" cap="all" spc="100" baseline="0">
                <a:solidFill>
                  <a:schemeClr val="tx2"/>
                </a:solidFill>
                <a:latin typeface="Malgun Gothic" panose="020B0503020000020004" pitchFamily="34" charset="-127"/>
                <a:ea typeface="Malgun Gothic" panose="020B0503020000020004" pitchFamily="34" charset="-127"/>
              </a:defRPr>
            </a:lvl1pPr>
          </a:lstStyle>
          <a:p>
            <a:pPr rtl="0"/>
            <a:r>
              <a:rPr lang="ko"/>
              <a:t>인용문 작성자</a:t>
            </a:r>
          </a:p>
        </p:txBody>
      </p:sp>
      <p:sp>
        <p:nvSpPr>
          <p:cNvPr id="10" name="내용 개체 틀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82712" cy="3614737"/>
          </a:xfrm>
        </p:spPr>
        <p:txBody>
          <a:bodyPr rtlCol="0" anchor="ctr">
            <a:normAutofit/>
          </a:bodyPr>
          <a:lstStyle>
            <a:lvl1pPr marL="182880" indent="-182880">
              <a:buNone/>
              <a:defRPr sz="3600">
                <a:solidFill>
                  <a:schemeClr val="tx2"/>
                </a:solidFill>
                <a:latin typeface="Malgun Gothic" panose="020B0503020000020004" pitchFamily="34" charset="-127"/>
                <a:ea typeface="Malgun Gothic" panose="020B0503020000020004" pitchFamily="34" charset="-127"/>
              </a:defRPr>
            </a:lvl1pPr>
          </a:lstStyle>
          <a:p>
            <a:pPr lvl="0" rtl="0"/>
            <a:r>
              <a:rPr lang="ko"/>
              <a:t>클릭하여 인용문 편집</a:t>
            </a:r>
          </a:p>
        </p:txBody>
      </p:sp>
      <p:sp>
        <p:nvSpPr>
          <p:cNvPr id="4" name="바닥글 개체 틀 3">
            <a:extLst>
              <a:ext uri="{FF2B5EF4-FFF2-40B4-BE49-F238E27FC236}">
                <a16:creationId xmlns:a16="http://schemas.microsoft.com/office/drawing/2014/main" id="{B54C2DF4-76B6-1299-74E1-66F403C01A3C}"/>
              </a:ext>
            </a:extLst>
          </p:cNvPr>
          <p:cNvSpPr>
            <a:spLocks noGrp="1"/>
          </p:cNvSpPr>
          <p:nvPr>
            <p:ph type="ftr" sz="quarter" idx="11"/>
          </p:nvPr>
        </p:nvSpPr>
        <p:spPr>
          <a:xfrm>
            <a:off x="64008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6" name="직선 연결선(S) 5">
            <a:extLst>
              <a:ext uri="{FF2B5EF4-FFF2-40B4-BE49-F238E27FC236}">
                <a16:creationId xmlns:a16="http://schemas.microsoft.com/office/drawing/2014/main" id="{DBA83050-F737-4CAA-50C3-B1912F8DCD4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ABAC790E-B990-47FD-A7C4-38DEB7A38CA4}"/>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82CD9DAA-71D0-AF79-A512-7D264779C222}"/>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01058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인용문 4">
    <p:bg>
      <p:bgRef idx="1001">
        <a:schemeClr val="bg1"/>
      </p:bgRef>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FB63E278-755B-41D3-7218-B797D9B5DF3C}"/>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823F0761-EA67-F7D1-62E4-095EADA262F0}"/>
              </a:ext>
            </a:extLst>
          </p:cNvPr>
          <p:cNvSpPr>
            <a:spLocks noGrp="1"/>
          </p:cNvSpPr>
          <p:nvPr>
            <p:ph type="title" hasCustomPrompt="1"/>
          </p:nvPr>
        </p:nvSpPr>
        <p:spPr>
          <a:xfrm>
            <a:off x="475488" y="4893472"/>
            <a:ext cx="8019287" cy="1205575"/>
          </a:xfrm>
        </p:spPr>
        <p:txBody>
          <a:bodyPr rtlCol="0" anchor="t">
            <a:normAutofit/>
          </a:bodyPr>
          <a:lstStyle>
            <a:lvl1pPr>
              <a:lnSpc>
                <a:spcPct val="120000"/>
              </a:lnSpc>
              <a:defRPr sz="1800" b="1" cap="all" spc="100" baseline="0">
                <a:solidFill>
                  <a:schemeClr val="tx2"/>
                </a:solidFill>
                <a:latin typeface="Malgun Gothic" panose="020B0503020000020004" pitchFamily="34" charset="-127"/>
                <a:ea typeface="Malgun Gothic" panose="020B0503020000020004" pitchFamily="34" charset="-127"/>
              </a:defRPr>
            </a:lvl1pPr>
          </a:lstStyle>
          <a:p>
            <a:pPr rtl="0"/>
            <a:r>
              <a:rPr lang="ko"/>
              <a:t>인용문 작성자</a:t>
            </a:r>
          </a:p>
        </p:txBody>
      </p:sp>
      <p:sp>
        <p:nvSpPr>
          <p:cNvPr id="10" name="내용 개체 틀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475488" y="594360"/>
            <a:ext cx="8019288" cy="3236976"/>
          </a:xfrm>
        </p:spPr>
        <p:txBody>
          <a:bodyPr rtlCol="0" anchor="b">
            <a:normAutofit/>
          </a:bodyPr>
          <a:lstStyle>
            <a:lvl1pPr marL="182880" indent="-182880">
              <a:buNone/>
              <a:defRPr sz="3600">
                <a:latin typeface="Malgun Gothic" panose="020B0503020000020004" pitchFamily="34" charset="-127"/>
                <a:ea typeface="Malgun Gothic" panose="020B0503020000020004" pitchFamily="34" charset="-127"/>
              </a:defRPr>
            </a:lvl1pPr>
          </a:lstStyle>
          <a:p>
            <a:pPr lvl="0" rtl="0"/>
            <a:r>
              <a:rPr lang="ko"/>
              <a:t>클릭하여 인용문 편집</a:t>
            </a:r>
          </a:p>
        </p:txBody>
      </p:sp>
      <p:sp>
        <p:nvSpPr>
          <p:cNvPr id="4" name="바닥글 개체 틀 3">
            <a:extLst>
              <a:ext uri="{FF2B5EF4-FFF2-40B4-BE49-F238E27FC236}">
                <a16:creationId xmlns:a16="http://schemas.microsoft.com/office/drawing/2014/main" id="{B54C2DF4-76B6-1299-74E1-66F403C01A3C}"/>
              </a:ext>
            </a:extLst>
          </p:cNvPr>
          <p:cNvSpPr>
            <a:spLocks noGrp="1"/>
          </p:cNvSpPr>
          <p:nvPr>
            <p:ph type="ftr" sz="quarter" idx="11"/>
          </p:nvPr>
        </p:nvSpPr>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49A78CD0-57A9-DB86-E3A3-40628E6D68B7}"/>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7" name="직선 연결선(S) 6">
            <a:extLst>
              <a:ext uri="{FF2B5EF4-FFF2-40B4-BE49-F238E27FC236}">
                <a16:creationId xmlns:a16="http://schemas.microsoft.com/office/drawing/2014/main" id="{8AA0B79A-2EB3-E6D5-B923-60D51965E7A7}"/>
              </a:ext>
            </a:extLst>
          </p:cNvPr>
          <p:cNvCxnSpPr>
            <a:cxnSpLocks/>
          </p:cNvCxnSpPr>
          <p:nvPr/>
        </p:nvCxnSpPr>
        <p:spPr>
          <a:xfrm flipH="1">
            <a:off x="0" y="436240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331507FC-FD8A-132E-6F82-1A96368D292F}"/>
              </a:ext>
            </a:extLst>
          </p:cNvPr>
          <p:cNvCxnSpPr>
            <a:cxnSpLocks/>
          </p:cNvCxnSpPr>
          <p:nvPr/>
        </p:nvCxnSpPr>
        <p:spPr>
          <a:xfrm>
            <a:off x="903719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78164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두 가지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FC27BF6-CDFA-AAF4-F7FD-F4F8D06FF275}"/>
              </a:ext>
            </a:extLst>
          </p:cNvPr>
          <p:cNvSpPr>
            <a:spLocks noGrp="1"/>
          </p:cNvSpPr>
          <p:nvPr>
            <p:ph type="title" hasCustomPrompt="1"/>
          </p:nvPr>
        </p:nvSpPr>
        <p:spPr>
          <a:xfrm>
            <a:off x="457200" y="275309"/>
            <a:ext cx="11277600" cy="914400"/>
          </a:xfrm>
        </p:spPr>
        <p:txBody>
          <a:bodyPr rtlCol="0" anchor="ctr">
            <a:normAutofit/>
          </a:bodyPr>
          <a:lstStyle>
            <a:lvl1pPr>
              <a:defRPr>
                <a:solidFill>
                  <a:schemeClr val="tx2"/>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내용 개체 틀 3">
            <a:extLst>
              <a:ext uri="{FF2B5EF4-FFF2-40B4-BE49-F238E27FC236}">
                <a16:creationId xmlns:a16="http://schemas.microsoft.com/office/drawing/2014/main" id="{6EAB1904-05A3-AF54-90B7-8B4E5E9BFC62}"/>
              </a:ext>
            </a:extLst>
          </p:cNvPr>
          <p:cNvSpPr>
            <a:spLocks noGrp="1"/>
          </p:cNvSpPr>
          <p:nvPr>
            <p:ph sz="quarter" idx="15" hasCustomPrompt="1"/>
          </p:nvPr>
        </p:nvSpPr>
        <p:spPr>
          <a:xfrm>
            <a:off x="455613" y="1677988"/>
            <a:ext cx="5181600" cy="4498975"/>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2" name="내용 개체 틀 11">
            <a:extLst>
              <a:ext uri="{FF2B5EF4-FFF2-40B4-BE49-F238E27FC236}">
                <a16:creationId xmlns:a16="http://schemas.microsoft.com/office/drawing/2014/main" id="{0D15555F-2C1E-04D7-CE37-D06ABFB5685F}"/>
              </a:ext>
            </a:extLst>
          </p:cNvPr>
          <p:cNvSpPr>
            <a:spLocks noGrp="1"/>
          </p:cNvSpPr>
          <p:nvPr>
            <p:ph sz="quarter" idx="16" hasCustomPrompt="1"/>
          </p:nvPr>
        </p:nvSpPr>
        <p:spPr>
          <a:xfrm>
            <a:off x="6553200" y="1677988"/>
            <a:ext cx="5180013" cy="4498972"/>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6" name="바닥글 개체 틀 5">
            <a:extLst>
              <a:ext uri="{FF2B5EF4-FFF2-40B4-BE49-F238E27FC236}">
                <a16:creationId xmlns:a16="http://schemas.microsoft.com/office/drawing/2014/main" id="{1B108197-F703-726D-4372-C7520052DC70}"/>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F85FAA39-5E1E-3A94-5A04-C36BA19E34ED}"/>
              </a:ext>
            </a:extLst>
          </p:cNvPr>
          <p:cNvSpPr>
            <a:spLocks noGrp="1"/>
          </p:cNvSpPr>
          <p:nvPr>
            <p:ph type="dt" sz="half" idx="10"/>
          </p:nvPr>
        </p:nvSpPr>
        <p:spPr/>
        <p:txBody>
          <a:bodyPr rtlCol="0"/>
          <a:lstStyle/>
          <a:p>
            <a:pPr rtl="0"/>
            <a:r>
              <a:rPr lang="en-US"/>
              <a:t>2025년 8월 11일</a:t>
            </a:r>
            <a:endParaRPr lang="en-US" dirty="0"/>
          </a:p>
        </p:txBody>
      </p:sp>
      <p:sp>
        <p:nvSpPr>
          <p:cNvPr id="7" name="슬라이드 번호 개체 틀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9" name="직선 연결선(S)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직선 연결선(S)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2330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B5F27A1-B3E2-4312-9475-76586DB132FF}"/>
              </a:ext>
            </a:extLst>
          </p:cNvPr>
          <p:cNvSpPr>
            <a:spLocks noGrp="1"/>
          </p:cNvSpPr>
          <p:nvPr>
            <p:ph type="title" hasCustomPrompt="1"/>
          </p:nvPr>
        </p:nvSpPr>
        <p:spPr>
          <a:xfrm>
            <a:off x="457199" y="276838"/>
            <a:ext cx="11274552" cy="914400"/>
          </a:xfrm>
        </p:spPr>
        <p:txBody>
          <a:bodyPr vert="horz" lIns="91440" tIns="45720" rIns="91440" bIns="45720" rtlCol="0" anchor="ctr">
            <a:normAutofit/>
          </a:bodyPr>
          <a:lstStyle>
            <a:lvl1pPr>
              <a:defRPr lang="en-US" dirty="0">
                <a:latin typeface="Malgun Gothic" panose="020B0503020000020004" pitchFamily="34" charset="-127"/>
                <a:ea typeface="Malgun Gothic" panose="020B0503020000020004" pitchFamily="34" charset="-127"/>
              </a:defRPr>
            </a:lvl1pPr>
          </a:lstStyle>
          <a:p>
            <a:pPr lvl="0" rtl="0"/>
            <a:r>
              <a:rPr lang="ko"/>
              <a:t>마스터 제목 스타일 편집</a:t>
            </a:r>
            <a:endParaRPr lang="en-US" dirty="0"/>
          </a:p>
        </p:txBody>
      </p:sp>
      <p:sp>
        <p:nvSpPr>
          <p:cNvPr id="3" name="텍스트 개체 틀 2">
            <a:extLst>
              <a:ext uri="{FF2B5EF4-FFF2-40B4-BE49-F238E27FC236}">
                <a16:creationId xmlns:a16="http://schemas.microsoft.com/office/drawing/2014/main" id="{25FD6984-5D8F-6F35-3DC2-352D46E75874}"/>
              </a:ext>
            </a:extLst>
          </p:cNvPr>
          <p:cNvSpPr>
            <a:spLocks noGrp="1"/>
          </p:cNvSpPr>
          <p:nvPr>
            <p:ph type="body" idx="1" hasCustomPrompt="1"/>
          </p:nvPr>
        </p:nvSpPr>
        <p:spPr>
          <a:xfrm>
            <a:off x="457199" y="1475623"/>
            <a:ext cx="5184648" cy="676690"/>
          </a:xfrm>
        </p:spPr>
        <p:txBody>
          <a:bodyPr rtlCol="0" anchor="ctr">
            <a:normAutofit/>
          </a:bodyPr>
          <a:lstStyle>
            <a:lvl1pPr marL="0" indent="0">
              <a:buNone/>
              <a:defRPr sz="1800" b="0" cap="all" spc="160" baseline="0">
                <a:latin typeface="Malgun Gothic" panose="020B0503020000020004" pitchFamily="34" charset="-127"/>
                <a:ea typeface="Malgun Gothic" panose="020B0503020000020004" pitchFamily="34"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ko"/>
              <a:t>마스터 텍스트 스타일을 편집하려면 클릭하세요.</a:t>
            </a:r>
          </a:p>
        </p:txBody>
      </p:sp>
      <p:sp>
        <p:nvSpPr>
          <p:cNvPr id="6" name="내용 개체 틀 5">
            <a:extLst>
              <a:ext uri="{FF2B5EF4-FFF2-40B4-BE49-F238E27FC236}">
                <a16:creationId xmlns:a16="http://schemas.microsoft.com/office/drawing/2014/main" id="{59CD5136-48A0-D788-8CE2-627309A00EC8}"/>
              </a:ext>
            </a:extLst>
          </p:cNvPr>
          <p:cNvSpPr>
            <a:spLocks noGrp="1"/>
          </p:cNvSpPr>
          <p:nvPr>
            <p:ph sz="quarter" idx="15" hasCustomPrompt="1"/>
          </p:nvPr>
        </p:nvSpPr>
        <p:spPr>
          <a:xfrm>
            <a:off x="457200" y="2522538"/>
            <a:ext cx="5178425" cy="3806825"/>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텍스트 개체 틀 4">
            <a:extLst>
              <a:ext uri="{FF2B5EF4-FFF2-40B4-BE49-F238E27FC236}">
                <a16:creationId xmlns:a16="http://schemas.microsoft.com/office/drawing/2014/main" id="{8807CEA6-7FDB-2A72-485B-D38A79C1826D}"/>
              </a:ext>
            </a:extLst>
          </p:cNvPr>
          <p:cNvSpPr>
            <a:spLocks noGrp="1"/>
          </p:cNvSpPr>
          <p:nvPr>
            <p:ph type="body" sz="quarter" idx="3" hasCustomPrompt="1"/>
          </p:nvPr>
        </p:nvSpPr>
        <p:spPr>
          <a:xfrm>
            <a:off x="6556248" y="1475622"/>
            <a:ext cx="5184648" cy="676690"/>
          </a:xfrm>
        </p:spPr>
        <p:txBody>
          <a:bodyPr rtlCol="0" anchor="ctr">
            <a:normAutofit/>
          </a:bodyPr>
          <a:lstStyle>
            <a:lvl1pPr marL="0" indent="0">
              <a:buNone/>
              <a:defRPr sz="1800" b="0" cap="all" spc="160" baseline="0">
                <a:latin typeface="Malgun Gothic" panose="020B0503020000020004" pitchFamily="34" charset="-127"/>
                <a:ea typeface="Malgun Gothic" panose="020B0503020000020004" pitchFamily="34"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ko"/>
              <a:t>마스터 텍스트 스타일을 편집하려면 클릭하세요.</a:t>
            </a:r>
          </a:p>
        </p:txBody>
      </p:sp>
      <p:sp>
        <p:nvSpPr>
          <p:cNvPr id="14" name="내용 개체 틀 13">
            <a:extLst>
              <a:ext uri="{FF2B5EF4-FFF2-40B4-BE49-F238E27FC236}">
                <a16:creationId xmlns:a16="http://schemas.microsoft.com/office/drawing/2014/main" id="{FC4D723F-4492-3B3B-CE74-0959714EEB14}"/>
              </a:ext>
            </a:extLst>
          </p:cNvPr>
          <p:cNvSpPr>
            <a:spLocks noGrp="1"/>
          </p:cNvSpPr>
          <p:nvPr>
            <p:ph sz="quarter" idx="16" hasCustomPrompt="1"/>
          </p:nvPr>
        </p:nvSpPr>
        <p:spPr>
          <a:xfrm>
            <a:off x="6556375" y="2522538"/>
            <a:ext cx="5175249" cy="3806825"/>
          </a:xfrm>
        </p:spPr>
        <p:txBody>
          <a:bodyPr rtlCol="0">
            <a:normAutofit/>
          </a:bodyPr>
          <a:lstStyle>
            <a:lvl1pPr>
              <a:defRPr>
                <a:latin typeface="Malgun Gothic" panose="020B0503020000020004" pitchFamily="34" charset="-127"/>
                <a:ea typeface="Malgun Gothic" panose="020B0503020000020004" pitchFamily="34" charset="-127"/>
              </a:defRPr>
            </a:lvl1pPr>
            <a:lvl2pPr>
              <a:defRPr>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11" name="바닥글 개체 틀 10">
            <a:extLst>
              <a:ext uri="{FF2B5EF4-FFF2-40B4-BE49-F238E27FC236}">
                <a16:creationId xmlns:a16="http://schemas.microsoft.com/office/drawing/2014/main" id="{3FA108E0-63AE-4B5C-404F-AD0FEC4AB8B8}"/>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10" name="날짜 개체 틀 9">
            <a:extLst>
              <a:ext uri="{FF2B5EF4-FFF2-40B4-BE49-F238E27FC236}">
                <a16:creationId xmlns:a16="http://schemas.microsoft.com/office/drawing/2014/main" id="{42E2EB77-3CF8-CDC9-D0D4-1AC07FC535D4}"/>
              </a:ext>
            </a:extLst>
          </p:cNvPr>
          <p:cNvSpPr>
            <a:spLocks noGrp="1"/>
          </p:cNvSpPr>
          <p:nvPr>
            <p:ph type="dt" sz="half" idx="10"/>
          </p:nvPr>
        </p:nvSpPr>
        <p:spPr/>
        <p:txBody>
          <a:bodyPr rtlCol="0"/>
          <a:lstStyle/>
          <a:p>
            <a:pPr rtl="0"/>
            <a:r>
              <a:rPr lang="en-US"/>
              <a:t>2025년 8월 11일</a:t>
            </a:r>
            <a:endParaRPr lang="en-US" dirty="0"/>
          </a:p>
        </p:txBody>
      </p:sp>
      <p:sp>
        <p:nvSpPr>
          <p:cNvPr id="15" name="슬라이드 번호 개체 틀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7" name="직선 연결선(S)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직선 연결선(S)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8154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4552C1-DD73-A90F-46E0-33A4D558013C}"/>
              </a:ext>
            </a:extLst>
          </p:cNvPr>
          <p:cNvSpPr>
            <a:spLocks noGrp="1"/>
          </p:cNvSpPr>
          <p:nvPr>
            <p:ph type="title" hasCustomPrompt="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바닥글 개체 틀 3">
            <a:extLst>
              <a:ext uri="{FF2B5EF4-FFF2-40B4-BE49-F238E27FC236}">
                <a16:creationId xmlns:a16="http://schemas.microsoft.com/office/drawing/2014/main" id="{238F8C10-87B8-01D2-2FEE-DAC41B9CF7CE}"/>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3" name="날짜 개체 틀 2">
            <a:extLst>
              <a:ext uri="{FF2B5EF4-FFF2-40B4-BE49-F238E27FC236}">
                <a16:creationId xmlns:a16="http://schemas.microsoft.com/office/drawing/2014/main" id="{6225E57E-7F73-3825-2158-80859BAD43A4}"/>
              </a:ext>
            </a:extLst>
          </p:cNvPr>
          <p:cNvSpPr>
            <a:spLocks noGrp="1"/>
          </p:cNvSpPr>
          <p:nvPr>
            <p:ph type="dt" sz="half" idx="10"/>
          </p:nvPr>
        </p:nvSpPr>
        <p:spPr/>
        <p:txBody>
          <a:bodyPr rtlCol="0"/>
          <a:lstStyle/>
          <a:p>
            <a:pPr rtl="0"/>
            <a:r>
              <a:rPr lang="en-US"/>
              <a:t>2025년 8월 11일</a:t>
            </a:r>
            <a:endParaRPr lang="en-US" dirty="0"/>
          </a:p>
        </p:txBody>
      </p:sp>
      <p:sp>
        <p:nvSpPr>
          <p:cNvPr id="5" name="슬라이드 번호 개체 틀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spTree>
    <p:extLst>
      <p:ext uri="{BB962C8B-B14F-4D97-AF65-F5344CB8AC3E}">
        <p14:creationId xmlns:p14="http://schemas.microsoft.com/office/powerpoint/2010/main" val="26453765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비어 있음">
    <p:spTree>
      <p:nvGrpSpPr>
        <p:cNvPr id="1" name=""/>
        <p:cNvGrpSpPr/>
        <p:nvPr/>
      </p:nvGrpSpPr>
      <p:grpSpPr>
        <a:xfrm>
          <a:off x="0" y="0"/>
          <a:ext cx="0" cy="0"/>
          <a:chOff x="0" y="0"/>
          <a:chExt cx="0" cy="0"/>
        </a:xfrm>
      </p:grpSpPr>
      <p:sp>
        <p:nvSpPr>
          <p:cNvPr id="3" name="바닥글 개체 틀 2">
            <a:extLst>
              <a:ext uri="{FF2B5EF4-FFF2-40B4-BE49-F238E27FC236}">
                <a16:creationId xmlns:a16="http://schemas.microsoft.com/office/drawing/2014/main" id="{3151370D-0A93-44DD-E049-EF3265B73F77}"/>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2" name="날짜 개체 틀 1">
            <a:extLst>
              <a:ext uri="{FF2B5EF4-FFF2-40B4-BE49-F238E27FC236}">
                <a16:creationId xmlns:a16="http://schemas.microsoft.com/office/drawing/2014/main" id="{B6FF00A2-5853-30A7-62F5-7C7CB5A22191}"/>
              </a:ext>
            </a:extLst>
          </p:cNvPr>
          <p:cNvSpPr>
            <a:spLocks noGrp="1"/>
          </p:cNvSpPr>
          <p:nvPr>
            <p:ph type="dt" sz="half" idx="10"/>
          </p:nvPr>
        </p:nvSpPr>
        <p:spPr/>
        <p:txBody>
          <a:bodyPr rtlCol="0"/>
          <a:lstStyle/>
          <a:p>
            <a:pPr rtl="0"/>
            <a:r>
              <a:rPr lang="en-US"/>
              <a:t>2025년 8월 11일</a:t>
            </a:r>
            <a:endParaRPr lang="en-US" dirty="0"/>
          </a:p>
        </p:txBody>
      </p:sp>
      <p:sp>
        <p:nvSpPr>
          <p:cNvPr id="4" name="슬라이드 번호 개체 틀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spTree>
    <p:extLst>
      <p:ext uri="{BB962C8B-B14F-4D97-AF65-F5344CB8AC3E}">
        <p14:creationId xmlns:p14="http://schemas.microsoft.com/office/powerpoint/2010/main" val="8160835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07B5AB-0FA3-E8AE-A6A1-C03EE2DDAC1C}"/>
              </a:ext>
            </a:extLst>
          </p:cNvPr>
          <p:cNvSpPr>
            <a:spLocks noGrp="1"/>
          </p:cNvSpPr>
          <p:nvPr>
            <p:ph type="title" hasCustomPrompt="1"/>
          </p:nvPr>
        </p:nvSpPr>
        <p:spPr>
          <a:xfrm>
            <a:off x="457200" y="457200"/>
            <a:ext cx="3840480" cy="1600200"/>
          </a:xfrm>
        </p:spPr>
        <p:txBody>
          <a:bodyPr rtlCol="0" anchor="t">
            <a:normAutofit/>
          </a:bodyPr>
          <a:lstStyle>
            <a:lvl1pPr>
              <a:defRPr sz="32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텍스트 개체 틀 3">
            <a:extLst>
              <a:ext uri="{FF2B5EF4-FFF2-40B4-BE49-F238E27FC236}">
                <a16:creationId xmlns:a16="http://schemas.microsoft.com/office/drawing/2014/main" id="{407D3D71-61A7-7BE9-20ED-B5AF76B017E2}"/>
              </a:ext>
            </a:extLst>
          </p:cNvPr>
          <p:cNvSpPr>
            <a:spLocks noGrp="1"/>
          </p:cNvSpPr>
          <p:nvPr>
            <p:ph type="body" sz="half" idx="2" hasCustomPrompt="1"/>
          </p:nvPr>
        </p:nvSpPr>
        <p:spPr>
          <a:xfrm>
            <a:off x="457200" y="2057400"/>
            <a:ext cx="3840480" cy="3979258"/>
          </a:xfrm>
        </p:spPr>
        <p:txBody>
          <a:bodyPr rtlCol="0" anchor="b">
            <a:normAutofit/>
          </a:bodyPr>
          <a:lstStyle>
            <a:lvl1pPr marL="0" indent="0">
              <a:buNone/>
              <a:defRPr sz="1600">
                <a:latin typeface="Malgun Gothic" panose="020B0503020000020004" pitchFamily="34" charset="-127"/>
                <a:ea typeface="Malgun Gothic" panose="020B0503020000020004" pitchFamily="34" charset="-12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ko"/>
              <a:t>마스터 텍스트 스타일을 편집하려면 클릭하세요.</a:t>
            </a:r>
          </a:p>
        </p:txBody>
      </p:sp>
      <p:sp>
        <p:nvSpPr>
          <p:cNvPr id="3" name="내용 개체 틀 2">
            <a:extLst>
              <a:ext uri="{FF2B5EF4-FFF2-40B4-BE49-F238E27FC236}">
                <a16:creationId xmlns:a16="http://schemas.microsoft.com/office/drawing/2014/main" id="{94D1ED4A-75CE-22B6-973F-969688C90EC1}"/>
              </a:ext>
            </a:extLst>
          </p:cNvPr>
          <p:cNvSpPr>
            <a:spLocks noGrp="1"/>
          </p:cNvSpPr>
          <p:nvPr>
            <p:ph idx="1" hasCustomPrompt="1"/>
          </p:nvPr>
        </p:nvSpPr>
        <p:spPr>
          <a:xfrm>
            <a:off x="5183187" y="457201"/>
            <a:ext cx="6551601" cy="5579457"/>
          </a:xfrm>
        </p:spPr>
        <p:txBody>
          <a:bodyPr vert="horz" lIns="91440" tIns="45720" rIns="91440" bIns="45720" rtlCol="0">
            <a:normAutofit/>
          </a:bodyPr>
          <a:lstStyle>
            <a:lvl1pPr>
              <a:defRPr lang="en-US" dirty="0">
                <a:latin typeface="Malgun Gothic" panose="020B0503020000020004" pitchFamily="34" charset="-127"/>
                <a:ea typeface="Malgun Gothic" panose="020B0503020000020004" pitchFamily="34" charset="-127"/>
              </a:defRPr>
            </a:lvl1pPr>
            <a:lvl2pPr>
              <a:defRPr lang="en-US" dirty="0">
                <a:latin typeface="Malgun Gothic" panose="020B0503020000020004" pitchFamily="34" charset="-127"/>
                <a:ea typeface="Malgun Gothic" panose="020B0503020000020004" pitchFamily="34" charset="-127"/>
              </a:defRPr>
            </a:lvl2pPr>
            <a:lvl3pPr>
              <a:defRPr lang="en-US" dirty="0">
                <a:latin typeface="Malgun Gothic" panose="020B0503020000020004" pitchFamily="34" charset="-127"/>
                <a:ea typeface="Malgun Gothic" panose="020B0503020000020004" pitchFamily="34" charset="-127"/>
              </a:defRPr>
            </a:lvl3pPr>
            <a:lvl4pPr>
              <a:defRPr lang="en-US" dirty="0">
                <a:latin typeface="Malgun Gothic" panose="020B0503020000020004" pitchFamily="34" charset="-127"/>
                <a:ea typeface="Malgun Gothic" panose="020B0503020000020004" pitchFamily="34" charset="-127"/>
              </a:defRPr>
            </a:lvl4pPr>
            <a:lvl5pPr>
              <a:defRPr lang="en-US" dirty="0">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6" name="바닥글 개체 틀 5">
            <a:extLst>
              <a:ext uri="{FF2B5EF4-FFF2-40B4-BE49-F238E27FC236}">
                <a16:creationId xmlns:a16="http://schemas.microsoft.com/office/drawing/2014/main" id="{ABDB4269-D6C6-3706-6E34-9B96440E4C79}"/>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8525825D-6882-CF7E-DED2-796EB50E5624}"/>
              </a:ext>
            </a:extLst>
          </p:cNvPr>
          <p:cNvSpPr>
            <a:spLocks noGrp="1"/>
          </p:cNvSpPr>
          <p:nvPr>
            <p:ph type="dt" sz="half" idx="10"/>
          </p:nvPr>
        </p:nvSpPr>
        <p:spPr/>
        <p:txBody>
          <a:bodyPr rtlCol="0"/>
          <a:lstStyle/>
          <a:p>
            <a:pPr rtl="0"/>
            <a:r>
              <a:rPr lang="en-US"/>
              <a:t>2025년 8월 11일</a:t>
            </a:r>
            <a:endParaRPr lang="en-US" dirty="0"/>
          </a:p>
        </p:txBody>
      </p:sp>
      <p:sp>
        <p:nvSpPr>
          <p:cNvPr id="7" name="슬라이드 번호 개체 틀 6">
            <a:extLst>
              <a:ext uri="{FF2B5EF4-FFF2-40B4-BE49-F238E27FC236}">
                <a16:creationId xmlns:a16="http://schemas.microsoft.com/office/drawing/2014/main" id="{9E661EE4-2972-F8D1-E2C0-577A67DEC944}"/>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8" name="직선 연결선(S) 7">
            <a:extLst>
              <a:ext uri="{FF2B5EF4-FFF2-40B4-BE49-F238E27FC236}">
                <a16:creationId xmlns:a16="http://schemas.microsoft.com/office/drawing/2014/main" id="{1A5F8204-04DE-BDF1-25A8-C8850EC04A7C}"/>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직선 연결선(S) 8">
            <a:extLst>
              <a:ext uri="{FF2B5EF4-FFF2-40B4-BE49-F238E27FC236}">
                <a16:creationId xmlns:a16="http://schemas.microsoft.com/office/drawing/2014/main" id="{EC0CCA0B-4B85-D092-C9D6-7644345E4BFB}"/>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9164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B064BF-25B8-DF5F-78A5-EF299DBC0FE5}"/>
              </a:ext>
            </a:extLst>
          </p:cNvPr>
          <p:cNvSpPr>
            <a:spLocks noGrp="1"/>
          </p:cNvSpPr>
          <p:nvPr>
            <p:ph type="title" hasCustomPrompt="1"/>
          </p:nvPr>
        </p:nvSpPr>
        <p:spPr>
          <a:xfrm>
            <a:off x="457200" y="457200"/>
            <a:ext cx="3840480" cy="1600200"/>
          </a:xfrm>
        </p:spPr>
        <p:txBody>
          <a:bodyPr rtlCol="0" anchor="t">
            <a:normAutofit/>
          </a:bodyPr>
          <a:lstStyle>
            <a:lvl1pPr>
              <a:defRPr sz="3200">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4" name="텍스트 개체 틀 3">
            <a:extLst>
              <a:ext uri="{FF2B5EF4-FFF2-40B4-BE49-F238E27FC236}">
                <a16:creationId xmlns:a16="http://schemas.microsoft.com/office/drawing/2014/main" id="{3EB6BD76-5832-C2AF-7743-B7CB3A9FD207}"/>
              </a:ext>
            </a:extLst>
          </p:cNvPr>
          <p:cNvSpPr>
            <a:spLocks noGrp="1"/>
          </p:cNvSpPr>
          <p:nvPr>
            <p:ph type="body" sz="half" idx="2" hasCustomPrompt="1"/>
          </p:nvPr>
        </p:nvSpPr>
        <p:spPr>
          <a:xfrm>
            <a:off x="457200" y="2073584"/>
            <a:ext cx="3840480" cy="3880736"/>
          </a:xfrm>
        </p:spPr>
        <p:txBody>
          <a:bodyPr rtlCol="0" anchor="b">
            <a:normAutofit/>
          </a:bodyPr>
          <a:lstStyle>
            <a:lvl1pPr marL="0" indent="0">
              <a:buNone/>
              <a:defRPr sz="1600">
                <a:latin typeface="Malgun Gothic" panose="020B0503020000020004" pitchFamily="34" charset="-127"/>
                <a:ea typeface="Malgun Gothic" panose="020B0503020000020004" pitchFamily="34" charset="-12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ko"/>
              <a:t>마스터 텍스트 스타일을 편집하려면 클릭하세요.</a:t>
            </a:r>
          </a:p>
        </p:txBody>
      </p:sp>
      <p:sp>
        <p:nvSpPr>
          <p:cNvPr id="3" name="그림 개체 틀 2">
            <a:extLst>
              <a:ext uri="{FF2B5EF4-FFF2-40B4-BE49-F238E27FC236}">
                <a16:creationId xmlns:a16="http://schemas.microsoft.com/office/drawing/2014/main" id="{3F01BD91-BD6E-DEBA-3699-22D6D0CCE7F1}"/>
              </a:ext>
            </a:extLst>
          </p:cNvPr>
          <p:cNvSpPr>
            <a:spLocks noGrp="1"/>
          </p:cNvSpPr>
          <p:nvPr>
            <p:ph type="pic" idx="1" hasCustomPrompt="1"/>
          </p:nvPr>
        </p:nvSpPr>
        <p:spPr>
          <a:xfrm>
            <a:off x="5183188" y="542165"/>
            <a:ext cx="6466646" cy="5313731"/>
          </a:xfrm>
          <a:blipFill dpi="0" rotWithShape="1">
            <a:blip r:embed="rId2">
              <a:alphaModFix amt="80000"/>
            </a:blip>
            <a:srcRect/>
            <a:stretch>
              <a:fillRect/>
            </a:stretch>
          </a:blipFill>
        </p:spPr>
        <p:txBody>
          <a:bodyPr rtlCol="0">
            <a:normAutofit/>
          </a:bodyPr>
          <a:lstStyle>
            <a:lvl1pPr marL="0" indent="0">
              <a:buNone/>
              <a:defRPr sz="1800">
                <a:latin typeface="Malgun Gothic" panose="020B0503020000020004" pitchFamily="34" charset="-127"/>
                <a:ea typeface="Malgun Gothic" panose="020B0503020000020004" pitchFamily="34" charset="-12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ko"/>
              <a:t> </a:t>
            </a:r>
          </a:p>
        </p:txBody>
      </p:sp>
      <p:sp>
        <p:nvSpPr>
          <p:cNvPr id="6" name="바닥글 개체 틀 5">
            <a:extLst>
              <a:ext uri="{FF2B5EF4-FFF2-40B4-BE49-F238E27FC236}">
                <a16:creationId xmlns:a16="http://schemas.microsoft.com/office/drawing/2014/main" id="{5BC7AD9D-75CD-C3FA-F88F-4D8A87B72273}"/>
              </a:ext>
            </a:extLst>
          </p:cNvPr>
          <p:cNvSpPr>
            <a:spLocks noGrp="1"/>
          </p:cNvSpPr>
          <p:nvPr>
            <p:ph type="ftr" sz="quarter" idx="11"/>
          </p:nvPr>
        </p:nvSpPr>
        <p:spPr>
          <a:xfrm>
            <a:off x="457200" y="6445997"/>
            <a:ext cx="3949302" cy="365125"/>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5" name="날짜 개체 틀 4">
            <a:extLst>
              <a:ext uri="{FF2B5EF4-FFF2-40B4-BE49-F238E27FC236}">
                <a16:creationId xmlns:a16="http://schemas.microsoft.com/office/drawing/2014/main" id="{F47D41FD-57A5-7CC9-58D3-3ACA20265E6C}"/>
              </a:ext>
            </a:extLst>
          </p:cNvPr>
          <p:cNvSpPr>
            <a:spLocks noGrp="1"/>
          </p:cNvSpPr>
          <p:nvPr>
            <p:ph type="dt" sz="half" idx="10"/>
          </p:nvPr>
        </p:nvSpPr>
        <p:spPr/>
        <p:txBody>
          <a:bodyPr rtlCol="0"/>
          <a:lstStyle/>
          <a:p>
            <a:pPr rtl="0"/>
            <a:r>
              <a:rPr lang="en-US"/>
              <a:t>2025년 8월 11일</a:t>
            </a:r>
            <a:endParaRPr lang="en-US" dirty="0"/>
          </a:p>
        </p:txBody>
      </p:sp>
      <p:sp>
        <p:nvSpPr>
          <p:cNvPr id="7" name="슬라이드 번호 개체 틀 6">
            <a:extLst>
              <a:ext uri="{FF2B5EF4-FFF2-40B4-BE49-F238E27FC236}">
                <a16:creationId xmlns:a16="http://schemas.microsoft.com/office/drawing/2014/main" id="{6EACC530-F0C1-526A-3F3A-EA8A7A29A70E}"/>
              </a:ext>
            </a:extLst>
          </p:cNvPr>
          <p:cNvSpPr>
            <a:spLocks noGrp="1"/>
          </p:cNvSpPr>
          <p:nvPr>
            <p:ph type="sldNum" sz="quarter" idx="12"/>
          </p:nvPr>
        </p:nvSpPr>
        <p:spPr/>
        <p:txBody>
          <a:bodyPr rtlCol="0"/>
          <a:lstStyle/>
          <a:p>
            <a:pPr rtl="0"/>
            <a:fld id="{DDF60B60-82CA-4BB9-BA6E-A62FADF2374B}" type="slidenum">
              <a:rPr lang="en-US" smtClean="0"/>
              <a:t>‹#›</a:t>
            </a:fld>
            <a:endParaRPr lang="en-US" dirty="0"/>
          </a:p>
        </p:txBody>
      </p:sp>
      <p:cxnSp>
        <p:nvCxnSpPr>
          <p:cNvPr id="9" name="직선 연결선(S) 8">
            <a:extLst>
              <a:ext uri="{FF2B5EF4-FFF2-40B4-BE49-F238E27FC236}">
                <a16:creationId xmlns:a16="http://schemas.microsoft.com/office/drawing/2014/main" id="{09332F2A-AF1E-7A2E-F872-24CEC59A2C2B}"/>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S) 9">
            <a:extLst>
              <a:ext uri="{FF2B5EF4-FFF2-40B4-BE49-F238E27FC236}">
                <a16:creationId xmlns:a16="http://schemas.microsoft.com/office/drawing/2014/main" id="{3041477D-FCE4-BE8D-ED72-1A4C8D664981}"/>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4095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결론">
    <p:bg>
      <p:bgRef idx="1001">
        <a:schemeClr val="bg2"/>
      </p:bgRef>
    </p:bg>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BC7433D9-FD02-59E2-0F81-A0B7201D2DA0}"/>
              </a:ext>
            </a:extLst>
          </p:cNvPr>
          <p:cNvSpPr>
            <a:spLocks noGrp="1"/>
          </p:cNvSpPr>
          <p:nvPr>
            <p:ph type="title" hasCustomPrompt="1"/>
          </p:nvPr>
        </p:nvSpPr>
        <p:spPr>
          <a:xfrm>
            <a:off x="457200" y="1034473"/>
            <a:ext cx="11122508" cy="1993399"/>
          </a:xfrm>
        </p:spPr>
        <p:txBody>
          <a:bodyPr rtlCol="0" anchor="b">
            <a:normAutofit/>
          </a:bodyPr>
          <a:lstStyle>
            <a:lvl1pPr>
              <a:defRPr sz="6000" cap="all" baseline="0">
                <a:solidFill>
                  <a:schemeClr val="accent1"/>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7" name="내용 개체 틀 6">
            <a:extLst>
              <a:ext uri="{FF2B5EF4-FFF2-40B4-BE49-F238E27FC236}">
                <a16:creationId xmlns:a16="http://schemas.microsoft.com/office/drawing/2014/main" id="{053FFEDA-E57B-DF13-2394-A1514E15F85A}"/>
              </a:ext>
            </a:extLst>
          </p:cNvPr>
          <p:cNvSpPr>
            <a:spLocks noGrp="1"/>
          </p:cNvSpPr>
          <p:nvPr>
            <p:ph sz="quarter" idx="14" hasCustomPrompt="1"/>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latin typeface="Malgun Gothic" panose="020B0503020000020004" pitchFamily="34" charset="-127"/>
                <a:ea typeface="Malgun Gothic" panose="020B0503020000020004" pitchFamily="34" charset="-127"/>
              </a:defRPr>
            </a:lvl1pPr>
            <a:lvl2pPr marL="228600" indent="0">
              <a:buNone/>
              <a:defRPr lang="en-US" dirty="0">
                <a:solidFill>
                  <a:schemeClr val="tx2"/>
                </a:solidFill>
                <a:latin typeface="Malgun Gothic" panose="020B0503020000020004" pitchFamily="34" charset="-127"/>
                <a:ea typeface="Malgun Gothic" panose="020B0503020000020004" pitchFamily="34" charset="-127"/>
              </a:defRPr>
            </a:lvl2pPr>
            <a:lvl3pPr marL="457200" indent="0">
              <a:buNone/>
              <a:defRPr lang="en-US" dirty="0">
                <a:solidFill>
                  <a:schemeClr val="tx2"/>
                </a:solidFill>
                <a:latin typeface="Malgun Gothic" panose="020B0503020000020004" pitchFamily="34" charset="-127"/>
                <a:ea typeface="Malgun Gothic" panose="020B0503020000020004" pitchFamily="34" charset="-127"/>
              </a:defRPr>
            </a:lvl3pPr>
            <a:lvl4pPr marL="685800" indent="0">
              <a:buNone/>
              <a:defRPr lang="en-US" dirty="0">
                <a:solidFill>
                  <a:schemeClr val="tx2"/>
                </a:solidFill>
                <a:latin typeface="Malgun Gothic" panose="020B0503020000020004" pitchFamily="34" charset="-127"/>
                <a:ea typeface="Malgun Gothic" panose="020B0503020000020004" pitchFamily="34" charset="-127"/>
              </a:defRPr>
            </a:lvl4pPr>
            <a:lvl5pPr marL="914400" indent="0">
              <a:buNone/>
              <a:defRPr lang="en-US" dirty="0">
                <a:solidFill>
                  <a:schemeClr val="tx2"/>
                </a:solidFill>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11" name="직선 연결선(S)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477608"/>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결론 2">
    <p:bg>
      <p:bgRef idx="1001">
        <a:schemeClr val="bg2"/>
      </p:bgRef>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제목 1">
            <a:extLst>
              <a:ext uri="{FF2B5EF4-FFF2-40B4-BE49-F238E27FC236}">
                <a16:creationId xmlns:a16="http://schemas.microsoft.com/office/drawing/2014/main" id="{BC7433D9-FD02-59E2-0F81-A0B7201D2DA0}"/>
              </a:ext>
            </a:extLst>
          </p:cNvPr>
          <p:cNvSpPr>
            <a:spLocks noGrp="1"/>
          </p:cNvSpPr>
          <p:nvPr>
            <p:ph type="title" hasCustomPrompt="1"/>
          </p:nvPr>
        </p:nvSpPr>
        <p:spPr>
          <a:xfrm>
            <a:off x="457200" y="1034473"/>
            <a:ext cx="6768193" cy="1993399"/>
          </a:xfrm>
        </p:spPr>
        <p:txBody>
          <a:bodyPr rtlCol="0" anchor="b">
            <a:normAutofit/>
          </a:bodyPr>
          <a:lstStyle>
            <a:lvl1pPr>
              <a:defRPr sz="6000" cap="all" baseline="0">
                <a:solidFill>
                  <a:schemeClr val="accent1"/>
                </a:solidFill>
                <a:latin typeface="Malgun Gothic" panose="020B0503020000020004" pitchFamily="34" charset="-127"/>
                <a:ea typeface="Malgun Gothic" panose="020B0503020000020004" pitchFamily="34" charset="-127"/>
              </a:defRPr>
            </a:lvl1pPr>
          </a:lstStyle>
          <a:p>
            <a:pPr rtl="0"/>
            <a:r>
              <a:rPr lang="ko"/>
              <a:t>마스터 제목 스타일 편집</a:t>
            </a:r>
            <a:endParaRPr lang="en-US" dirty="0"/>
          </a:p>
        </p:txBody>
      </p:sp>
      <p:sp>
        <p:nvSpPr>
          <p:cNvPr id="7" name="내용 개체 틀 6">
            <a:extLst>
              <a:ext uri="{FF2B5EF4-FFF2-40B4-BE49-F238E27FC236}">
                <a16:creationId xmlns:a16="http://schemas.microsoft.com/office/drawing/2014/main" id="{053FFEDA-E57B-DF13-2394-A1514E15F85A}"/>
              </a:ext>
            </a:extLst>
          </p:cNvPr>
          <p:cNvSpPr>
            <a:spLocks noGrp="1"/>
          </p:cNvSpPr>
          <p:nvPr>
            <p:ph sz="quarter" idx="14" hasCustomPrompt="1"/>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latin typeface="Malgun Gothic" panose="020B0503020000020004" pitchFamily="34" charset="-127"/>
                <a:ea typeface="Malgun Gothic" panose="020B0503020000020004" pitchFamily="34" charset="-127"/>
              </a:defRPr>
            </a:lvl1pPr>
            <a:lvl2pPr marL="228600" indent="0">
              <a:buNone/>
              <a:defRPr lang="en-US" dirty="0">
                <a:solidFill>
                  <a:schemeClr val="tx2"/>
                </a:solidFill>
                <a:latin typeface="Malgun Gothic" panose="020B0503020000020004" pitchFamily="34" charset="-127"/>
                <a:ea typeface="Malgun Gothic" panose="020B0503020000020004" pitchFamily="34" charset="-127"/>
              </a:defRPr>
            </a:lvl2pPr>
            <a:lvl3pPr marL="457200" indent="0">
              <a:buNone/>
              <a:defRPr lang="en-US" dirty="0">
                <a:solidFill>
                  <a:schemeClr val="tx2"/>
                </a:solidFill>
                <a:latin typeface="Malgun Gothic" panose="020B0503020000020004" pitchFamily="34" charset="-127"/>
                <a:ea typeface="Malgun Gothic" panose="020B0503020000020004" pitchFamily="34" charset="-127"/>
              </a:defRPr>
            </a:lvl3pPr>
            <a:lvl4pPr marL="685800" indent="0">
              <a:buNone/>
              <a:defRPr lang="en-US" dirty="0">
                <a:solidFill>
                  <a:schemeClr val="tx2"/>
                </a:solidFill>
                <a:latin typeface="Malgun Gothic" panose="020B0503020000020004" pitchFamily="34" charset="-127"/>
                <a:ea typeface="Malgun Gothic" panose="020B0503020000020004" pitchFamily="34" charset="-127"/>
              </a:defRPr>
            </a:lvl4pPr>
            <a:lvl5pPr marL="914400" indent="0">
              <a:buNone/>
              <a:defRPr lang="en-US" dirty="0">
                <a:solidFill>
                  <a:schemeClr val="tx2"/>
                </a:solidFill>
                <a:latin typeface="Malgun Gothic" panose="020B0503020000020004" pitchFamily="34" charset="-127"/>
                <a:ea typeface="Malgun Gothic" panose="020B0503020000020004" pitchFamily="34" charset="-127"/>
              </a:defRPr>
            </a:lvl5p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rtlCol="0">
            <a:normAutofit/>
          </a:bodyPr>
          <a:lstStyle>
            <a:lvl1pPr>
              <a:defRPr>
                <a:solidFill>
                  <a:schemeClr val="tx2"/>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0B9485D1-E172-8F0A-A425-3097B3ABCFB4}"/>
              </a:ext>
            </a:extLst>
          </p:cNvPr>
          <p:cNvSpPr>
            <a:spLocks noGrp="1"/>
          </p:cNvSpPr>
          <p:nvPr>
            <p:ph type="dt" sz="half" idx="10"/>
          </p:nvPr>
        </p:nvSpPr>
        <p:spPr/>
        <p:txBody>
          <a:bodyPr rtlCol="0"/>
          <a:lstStyle>
            <a:lvl1pPr>
              <a:defRPr>
                <a:solidFill>
                  <a:schemeClr val="tx2"/>
                </a:solidFill>
              </a:defRPr>
            </a:lvl1pPr>
          </a:lstStyle>
          <a:p>
            <a:pPr rtl="0"/>
            <a:r>
              <a:rPr lang="en-US"/>
              <a:t>2025년 8월 11일</a:t>
            </a:r>
            <a:endParaRPr lang="en-US" dirty="0"/>
          </a:p>
        </p:txBody>
      </p:sp>
      <p:sp>
        <p:nvSpPr>
          <p:cNvPr id="6" name="슬라이드 번호 개체 틀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rtlCol="0"/>
          <a:lstStyle>
            <a:lvl1pPr>
              <a:defRPr>
                <a:solidFill>
                  <a:schemeClr val="tx2"/>
                </a:solidFill>
              </a:defRPr>
            </a:lvl1pPr>
          </a:lstStyle>
          <a:p>
            <a:pPr rtl="0"/>
            <a:fld id="{DDF60B60-82CA-4BB9-BA6E-A62FADF2374B}" type="slidenum">
              <a:rPr lang="en-US" smtClean="0"/>
              <a:t>‹#›</a:t>
            </a:fld>
            <a:endParaRPr lang="en-US" dirty="0"/>
          </a:p>
        </p:txBody>
      </p:sp>
      <p:cxnSp>
        <p:nvCxnSpPr>
          <p:cNvPr id="11" name="직선 연결선(S)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0892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pPr rtl="0"/>
            <a:r>
              <a:rPr lang="ko"/>
              <a:t>마스터 제목 스타일 편집</a:t>
            </a:r>
            <a:endParaRPr lang="en-US" dirty="0"/>
          </a:p>
        </p:txBody>
      </p:sp>
      <p:sp>
        <p:nvSpPr>
          <p:cNvPr id="3" name="텍스트 개체 틀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endParaRPr lang="en-US" dirty="0"/>
          </a:p>
        </p:txBody>
      </p:sp>
      <p:sp>
        <p:nvSpPr>
          <p:cNvPr id="5" name="바닥글 개체 틀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normAutofit/>
          </a:bodyPr>
          <a:lstStyle>
            <a:lvl1pPr algn="l">
              <a:defRPr sz="900">
                <a:solidFill>
                  <a:schemeClr val="tx1">
                    <a:lumMod val="95000"/>
                    <a:lumOff val="5000"/>
                  </a:schemeClr>
                </a:solidFill>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pPr rtl="0"/>
            <a:r>
              <a:rPr lang="en-US"/>
              <a:t>2025년 8월 11일</a:t>
            </a:r>
          </a:p>
        </p:txBody>
      </p:sp>
      <p:sp>
        <p:nvSpPr>
          <p:cNvPr id="6" name="슬라이드 번호 개체 틀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pPr rtl="0"/>
            <a:fld id="{DDF60B60-82CA-4BB9-BA6E-A62FADF2374B}" type="slidenum">
              <a:rPr lang="en-US" smtClean="0"/>
              <a:t>‹#›</a:t>
            </a:fld>
            <a:endParaRPr lang="en-US"/>
          </a:p>
        </p:txBody>
      </p:sp>
    </p:spTree>
    <p:extLst>
      <p:ext uri="{BB962C8B-B14F-4D97-AF65-F5344CB8AC3E}">
        <p14:creationId xmlns:p14="http://schemas.microsoft.com/office/powerpoint/2010/main" val="2857678996"/>
      </p:ext>
    </p:extLst>
  </p:cSld>
  <p:clrMap bg1="lt1" tx1="dk1" bg2="lt2" tx2="dk2" accent1="accent1" accent2="accent2" accent3="accent3" accent4="accent4" accent5="accent5" accent6="accent6" hlink="hlink" folHlink="folHlink"/>
  <p:sldLayoutIdLst>
    <p:sldLayoutId id="2147483666" r:id="rId1"/>
    <p:sldLayoutId id="2147483662" r:id="rId2"/>
    <p:sldLayoutId id="2147483661" r:id="rId3"/>
    <p:sldLayoutId id="2147483663" r:id="rId4"/>
    <p:sldLayoutId id="2147483665" r:id="rId5"/>
    <p:sldLayoutId id="2147483667"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Lst>
  <p:hf hdr="0"/>
  <p:txStyles>
    <p:titleStyle>
      <a:lvl1pPr algn="l" defTabSz="914400" rtl="0" eaLnBrk="1" latinLnBrk="0" hangingPunct="1">
        <a:lnSpc>
          <a:spcPct val="90000"/>
        </a:lnSpc>
        <a:spcBef>
          <a:spcPct val="0"/>
        </a:spcBef>
        <a:buNone/>
        <a:defRPr sz="3200" kern="1200">
          <a:solidFill>
            <a:schemeClr val="tx2"/>
          </a:solidFill>
          <a:latin typeface="Malgun Gothic" panose="020B0503020000020004" pitchFamily="34" charset="-127"/>
          <a:ea typeface="Malgun Gothic" panose="020B0503020000020004" pitchFamily="34" charset="-127"/>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algun Gothic" panose="020B0503020000020004" pitchFamily="34" charset="-127"/>
          <a:ea typeface="Malgun Gothic" panose="020B0503020000020004" pitchFamily="34" charset="-127"/>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algun Gothic" panose="020B0503020000020004" pitchFamily="34" charset="-127"/>
          <a:ea typeface="Malgun Gothic" panose="020B0503020000020004" pitchFamily="34" charset="-127"/>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algun Gothic" panose="020B0503020000020004" pitchFamily="34" charset="-127"/>
          <a:ea typeface="Malgun Gothic" panose="020B0503020000020004" pitchFamily="34" charset="-127"/>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algun Gothic" panose="020B0503020000020004" pitchFamily="34" charset="-127"/>
          <a:ea typeface="Malgun Gothic" panose="020B0503020000020004" pitchFamily="34" charset="-127"/>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algun Gothic" panose="020B0503020000020004" pitchFamily="34" charset="-127"/>
          <a:ea typeface="Malgun Gothic" panose="020B0503020000020004" pitchFamily="34"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BE1B2-BED8-16AB-B92A-EE612D19FD4A}"/>
              </a:ext>
            </a:extLst>
          </p:cNvPr>
          <p:cNvSpPr>
            <a:spLocks noGrp="1"/>
          </p:cNvSpPr>
          <p:nvPr>
            <p:ph type="ctrTitle"/>
          </p:nvPr>
        </p:nvSpPr>
        <p:spPr>
          <a:xfrm>
            <a:off x="7772445" y="1480212"/>
            <a:ext cx="3849131" cy="2871351"/>
          </a:xfrm>
        </p:spPr>
        <p:txBody>
          <a:bodyPr anchor="ctr">
            <a:normAutofit/>
          </a:bodyPr>
          <a:lstStyle/>
          <a:p>
            <a:r>
              <a:rPr lang="en-US"/>
              <a:t>AI 기술이 경력보다 중요해지는 시대</a:t>
            </a:r>
          </a:p>
        </p:txBody>
      </p:sp>
      <p:sp>
        <p:nvSpPr>
          <p:cNvPr id="3" name="Subtitle 2">
            <a:extLst>
              <a:ext uri="{FF2B5EF4-FFF2-40B4-BE49-F238E27FC236}">
                <a16:creationId xmlns:a16="http://schemas.microsoft.com/office/drawing/2014/main" id="{B9910510-0A86-EA9D-CF06-62344CAE57F0}"/>
              </a:ext>
            </a:extLst>
          </p:cNvPr>
          <p:cNvSpPr>
            <a:spLocks noGrp="1"/>
          </p:cNvSpPr>
          <p:nvPr>
            <p:ph type="subTitle" idx="1"/>
          </p:nvPr>
        </p:nvSpPr>
        <p:spPr>
          <a:xfrm>
            <a:off x="7772446" y="5410440"/>
            <a:ext cx="3849128" cy="1068207"/>
          </a:xfrm>
        </p:spPr>
        <p:txBody>
          <a:bodyPr anchor="ctr">
            <a:normAutofit/>
          </a:bodyPr>
          <a:lstStyle/>
          <a:p>
            <a:r>
              <a:rPr lang="en-US"/>
              <a:t>미래 일자리와 기술 변화의 중심에 서다</a:t>
            </a:r>
          </a:p>
        </p:txBody>
      </p:sp>
      <p:pic>
        <p:nvPicPr>
          <p:cNvPr id="7" name="Picture 6" descr="사람의 3D 아트">
            <a:extLst>
              <a:ext uri="{FF2B5EF4-FFF2-40B4-BE49-F238E27FC236}">
                <a16:creationId xmlns:a16="http://schemas.microsoft.com/office/drawing/2014/main" id="{E5571A60-4F1E-4837-98E3-F71799BD5BAB}"/>
              </a:ext>
            </a:extLst>
          </p:cNvPr>
          <p:cNvPicPr>
            <a:picLocks noChangeAspect="1"/>
          </p:cNvPicPr>
          <p:nvPr/>
        </p:nvPicPr>
        <p:blipFill>
          <a:blip r:embed="rId3"/>
          <a:srcRect b="4786"/>
          <a:stretch>
            <a:fillRect/>
          </a:stretch>
        </p:blipFill>
        <p:spPr>
          <a:xfrm>
            <a:off x="20" y="10"/>
            <a:ext cx="7204394" cy="6859624"/>
          </a:xfrm>
          <a:prstGeom prst="rect">
            <a:avLst/>
          </a:prstGeom>
          <a:noFill/>
        </p:spPr>
      </p:pic>
      <p:sp>
        <p:nvSpPr>
          <p:cNvPr id="4" name="Footer Placeholder 3">
            <a:extLst>
              <a:ext uri="{FF2B5EF4-FFF2-40B4-BE49-F238E27FC236}">
                <a16:creationId xmlns:a16="http://schemas.microsoft.com/office/drawing/2014/main" id="{1EAE3F6C-D0F0-077B-FB46-00E329CADDFF}"/>
              </a:ext>
            </a:extLst>
          </p:cNvPr>
          <p:cNvSpPr>
            <a:spLocks noGrp="1"/>
          </p:cNvSpPr>
          <p:nvPr>
            <p:ph type="ftr" sz="quarter" idx="11"/>
          </p:nvPr>
        </p:nvSpPr>
        <p:spPr>
          <a:xfrm>
            <a:off x="7429501" y="6445997"/>
            <a:ext cx="2955465" cy="365125"/>
          </a:xfrm>
        </p:spPr>
        <p:txBody>
          <a:bodyPr anchor="ctr">
            <a:normAutofit/>
          </a:bodyPr>
          <a:lstStyle/>
          <a:p>
            <a:pPr>
              <a:spcAft>
                <a:spcPts val="600"/>
              </a:spcAft>
            </a:pPr>
            <a:r>
              <a:rPr lang="ko"/>
              <a:t>샘플 바닥글 텍스트</a:t>
            </a:r>
          </a:p>
        </p:txBody>
      </p:sp>
      <p:sp>
        <p:nvSpPr>
          <p:cNvPr id="5" name="Date Placeholder 4">
            <a:extLst>
              <a:ext uri="{FF2B5EF4-FFF2-40B4-BE49-F238E27FC236}">
                <a16:creationId xmlns:a16="http://schemas.microsoft.com/office/drawing/2014/main" id="{625C33FB-B7BE-194D-770D-B6EA6421BDA2}"/>
              </a:ext>
            </a:extLst>
          </p:cNvPr>
          <p:cNvSpPr>
            <a:spLocks noGrp="1"/>
          </p:cNvSpPr>
          <p:nvPr>
            <p:ph type="dt" sz="half" idx="10"/>
          </p:nvPr>
        </p:nvSpPr>
        <p:spPr>
          <a:xfrm>
            <a:off x="10226650" y="6445997"/>
            <a:ext cx="1353059" cy="365125"/>
          </a:xfrm>
        </p:spPr>
        <p:txBody>
          <a:bodyPr anchor="ctr">
            <a:normAutofit/>
          </a:bodyPr>
          <a:lstStyle/>
          <a:p>
            <a:pPr rtl="0">
              <a:spcAft>
                <a:spcPts val="600"/>
              </a:spcAft>
            </a:pPr>
            <a:r>
              <a:rPr lang="en-US"/>
              <a:t>2025년 8월 11일</a:t>
            </a:r>
          </a:p>
        </p:txBody>
      </p:sp>
      <p:sp>
        <p:nvSpPr>
          <p:cNvPr id="6" name="Slide Number Placeholder 5">
            <a:extLst>
              <a:ext uri="{FF2B5EF4-FFF2-40B4-BE49-F238E27FC236}">
                <a16:creationId xmlns:a16="http://schemas.microsoft.com/office/drawing/2014/main" id="{CA6C6331-7386-21F2-8B5D-C0E4BAD30CBD}"/>
              </a:ext>
            </a:extLst>
          </p:cNvPr>
          <p:cNvSpPr>
            <a:spLocks noGrp="1"/>
          </p:cNvSpPr>
          <p:nvPr>
            <p:ph type="sldNum" sz="quarter" idx="12"/>
          </p:nvPr>
        </p:nvSpPr>
        <p:spPr>
          <a:xfrm>
            <a:off x="11734800" y="6445997"/>
            <a:ext cx="457200" cy="365125"/>
          </a:xfrm>
        </p:spPr>
        <p:txBody>
          <a:bodyPr anchor="ctr">
            <a:normAutofit/>
          </a:bodyPr>
          <a:lstStyle/>
          <a:p>
            <a:pPr rtl="0">
              <a:spcAft>
                <a:spcPts val="600"/>
              </a:spcAft>
            </a:pPr>
            <a:fld id="{DDF60B60-82CA-4BB9-BA6E-A62FADF2374B}" type="slidenum">
              <a:rPr lang="en-US" smtClean="0"/>
              <a:pPr rtl="0">
                <a:spcAft>
                  <a:spcPts val="600"/>
                </a:spcAft>
              </a:pPr>
              <a:t>1</a:t>
            </a:fld>
            <a:endParaRPr lang="en-US"/>
          </a:p>
        </p:txBody>
      </p:sp>
    </p:spTree>
    <p:extLst>
      <p:ext uri="{BB962C8B-B14F-4D97-AF65-F5344CB8AC3E}">
        <p14:creationId xmlns:p14="http://schemas.microsoft.com/office/powerpoint/2010/main" val="2435603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50504-386C-A3BF-9B9C-E2AF0733659B}"/>
              </a:ext>
            </a:extLst>
          </p:cNvPr>
          <p:cNvSpPr>
            <a:spLocks noGrp="1"/>
          </p:cNvSpPr>
          <p:nvPr>
            <p:ph type="title"/>
          </p:nvPr>
        </p:nvSpPr>
        <p:spPr>
          <a:xfrm>
            <a:off x="457200" y="2968607"/>
            <a:ext cx="8932653" cy="3450568"/>
          </a:xfrm>
        </p:spPr>
        <p:txBody>
          <a:bodyPr anchor="b">
            <a:normAutofit/>
          </a:bodyPr>
          <a:lstStyle/>
          <a:p>
            <a:r>
              <a:rPr lang="en-US"/>
              <a:t>AI 기술이 경력보다 중요해지는 시대</a:t>
            </a:r>
          </a:p>
        </p:txBody>
      </p:sp>
      <p:sp>
        <p:nvSpPr>
          <p:cNvPr id="4" name="Footer Placeholder 3">
            <a:extLst>
              <a:ext uri="{FF2B5EF4-FFF2-40B4-BE49-F238E27FC236}">
                <a16:creationId xmlns:a16="http://schemas.microsoft.com/office/drawing/2014/main" id="{00D83396-B3D9-48E3-1696-317BADAB29A0}"/>
              </a:ext>
            </a:extLst>
          </p:cNvPr>
          <p:cNvSpPr>
            <a:spLocks noGrp="1"/>
          </p:cNvSpPr>
          <p:nvPr>
            <p:ph type="ftr" sz="quarter" idx="11"/>
          </p:nvPr>
        </p:nvSpPr>
        <p:spPr>
          <a:xfrm>
            <a:off x="457200" y="6445997"/>
            <a:ext cx="3751081" cy="365125"/>
          </a:xfrm>
        </p:spPr>
        <p:txBody>
          <a:bodyPr anchor="ctr">
            <a:normAutofit/>
          </a:bodyPr>
          <a:lstStyle/>
          <a:p>
            <a:pPr>
              <a:spcAft>
                <a:spcPts val="600"/>
              </a:spcAft>
            </a:pPr>
            <a:r>
              <a:rPr lang="ko"/>
              <a:t>샘플 바닥글 텍스트</a:t>
            </a:r>
          </a:p>
        </p:txBody>
      </p:sp>
      <p:sp>
        <p:nvSpPr>
          <p:cNvPr id="5" name="Date Placeholder 4">
            <a:extLst>
              <a:ext uri="{FF2B5EF4-FFF2-40B4-BE49-F238E27FC236}">
                <a16:creationId xmlns:a16="http://schemas.microsoft.com/office/drawing/2014/main" id="{DB6153FD-5CAF-EADD-C521-47A1EC7791D2}"/>
              </a:ext>
            </a:extLst>
          </p:cNvPr>
          <p:cNvSpPr>
            <a:spLocks noGrp="1"/>
          </p:cNvSpPr>
          <p:nvPr>
            <p:ph type="dt" sz="half" idx="10"/>
          </p:nvPr>
        </p:nvSpPr>
        <p:spPr>
          <a:xfrm>
            <a:off x="9737594" y="6445997"/>
            <a:ext cx="1842115" cy="365125"/>
          </a:xfrm>
        </p:spPr>
        <p:txBody>
          <a:bodyPr anchor="ctr">
            <a:normAutofit/>
          </a:bodyPr>
          <a:lstStyle/>
          <a:p>
            <a:pPr rtl="0">
              <a:spcAft>
                <a:spcPts val="600"/>
              </a:spcAft>
            </a:pPr>
            <a:r>
              <a:rPr lang="en-US"/>
              <a:t>2025년 8월 11일</a:t>
            </a:r>
          </a:p>
        </p:txBody>
      </p:sp>
      <p:sp>
        <p:nvSpPr>
          <p:cNvPr id="6" name="Slide Number Placeholder 5">
            <a:extLst>
              <a:ext uri="{FF2B5EF4-FFF2-40B4-BE49-F238E27FC236}">
                <a16:creationId xmlns:a16="http://schemas.microsoft.com/office/drawing/2014/main" id="{9D36E44C-F68C-DEAC-FD93-A73847581DAA}"/>
              </a:ext>
            </a:extLst>
          </p:cNvPr>
          <p:cNvSpPr>
            <a:spLocks noGrp="1"/>
          </p:cNvSpPr>
          <p:nvPr>
            <p:ph type="sldNum" sz="quarter" idx="12"/>
          </p:nvPr>
        </p:nvSpPr>
        <p:spPr>
          <a:xfrm>
            <a:off x="11734800" y="6445997"/>
            <a:ext cx="457200" cy="365125"/>
          </a:xfrm>
        </p:spPr>
        <p:txBody>
          <a:bodyPr anchor="ctr">
            <a:normAutofit/>
          </a:bodyPr>
          <a:lstStyle/>
          <a:p>
            <a:pPr rtl="0">
              <a:spcAft>
                <a:spcPts val="600"/>
              </a:spcAft>
            </a:pPr>
            <a:fld id="{DDF60B60-82CA-4BB9-BA6E-A62FADF2374B}" type="slidenum">
              <a:rPr lang="en-US" smtClean="0"/>
              <a:pPr rtl="0">
                <a:spcAft>
                  <a:spcPts val="600"/>
                </a:spcAft>
              </a:pPr>
              <a:t>2</a:t>
            </a:fld>
            <a:endParaRPr lang="en-US"/>
          </a:p>
        </p:txBody>
      </p:sp>
    </p:spTree>
    <p:extLst>
      <p:ext uri="{BB962C8B-B14F-4D97-AF65-F5344CB8AC3E}">
        <p14:creationId xmlns:p14="http://schemas.microsoft.com/office/powerpoint/2010/main" val="26769130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9266E-B745-1162-B708-A734120D9C24}"/>
              </a:ext>
            </a:extLst>
          </p:cNvPr>
          <p:cNvSpPr>
            <a:spLocks noGrp="1"/>
          </p:cNvSpPr>
          <p:nvPr>
            <p:ph type="title"/>
          </p:nvPr>
        </p:nvSpPr>
        <p:spPr>
          <a:xfrm>
            <a:off x="7739922" y="458144"/>
            <a:ext cx="3909536" cy="1485873"/>
          </a:xfrm>
        </p:spPr>
        <p:txBody>
          <a:bodyPr anchor="b">
            <a:normAutofit/>
          </a:bodyPr>
          <a:lstStyle/>
          <a:p>
            <a:r>
              <a:rPr lang="en-US"/>
              <a:t>AI 기술의 중요성 증가</a:t>
            </a:r>
          </a:p>
        </p:txBody>
      </p:sp>
      <p:pic>
        <p:nvPicPr>
          <p:cNvPr id="8" name="Content Placeholder 7" descr="자동차, 타이어 - 차량 부품, 변경, 기술, 공장">
            <a:extLst>
              <a:ext uri="{FF2B5EF4-FFF2-40B4-BE49-F238E27FC236}">
                <a16:creationId xmlns:a16="http://schemas.microsoft.com/office/drawing/2014/main" id="{389F6376-2FB0-45B4-896E-22E7052C0DC3}"/>
              </a:ext>
            </a:extLst>
          </p:cNvPr>
          <p:cNvPicPr>
            <a:picLocks noGrp="1" noChangeAspect="1"/>
          </p:cNvPicPr>
          <p:nvPr>
            <p:ph type="pic" sz="quarter" idx="13"/>
          </p:nvPr>
        </p:nvPicPr>
        <p:blipFill>
          <a:blip r:embed="rId3"/>
          <a:srcRect l="34203" r="171" b="-2"/>
          <a:stretch>
            <a:fillRect/>
          </a:stretch>
        </p:blipFill>
        <p:spPr>
          <a:xfrm>
            <a:off x="20" y="10"/>
            <a:ext cx="7268376" cy="6396271"/>
          </a:xfrm>
          <a:prstGeom prst="rect">
            <a:avLst/>
          </a:prstGeom>
          <a:noFill/>
        </p:spPr>
      </p:pic>
      <p:sp>
        <p:nvSpPr>
          <p:cNvPr id="4" name="Content Placeholder 3">
            <a:extLst>
              <a:ext uri="{FF2B5EF4-FFF2-40B4-BE49-F238E27FC236}">
                <a16:creationId xmlns:a16="http://schemas.microsoft.com/office/drawing/2014/main" id="{F62673F7-01D9-B8B3-BF5B-203155B8F55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739922" y="2463789"/>
            <a:ext cx="3909534" cy="3561091"/>
          </a:xfrm>
        </p:spPr>
        <p:txBody>
          <a:bodyPr>
            <a:normAutofit/>
          </a:bodyPr>
          <a:lstStyle/>
          <a:p>
            <a:pPr marL="0" indent="0">
              <a:spcBef>
                <a:spcPts val="2500"/>
              </a:spcBef>
              <a:buFont typeface="Arial" panose="020B0604020202020204" pitchFamily="34" charset="0"/>
              <a:buNone/>
            </a:pPr>
            <a:r>
              <a:rPr lang="en-US" sz="1400" b="1"/>
              <a:t>AI </a:t>
            </a:r>
            <a:r>
              <a:rPr lang="ko-KR" altLang="en-US" sz="1400" b="1"/>
              <a:t>역량 우선 채용</a:t>
            </a:r>
          </a:p>
          <a:p>
            <a:pPr marL="0" lvl="1" indent="0">
              <a:buFont typeface="Arial" panose="020B0604020202020204" pitchFamily="34" charset="0"/>
              <a:buNone/>
            </a:pPr>
            <a:r>
              <a:rPr lang="ko-KR" altLang="en-US" sz="1400"/>
              <a:t>기업들은 경력보다 </a:t>
            </a:r>
            <a:r>
              <a:rPr lang="en-US" sz="1400"/>
              <a:t>AI </a:t>
            </a:r>
            <a:r>
              <a:rPr lang="ko-KR" altLang="en-US" sz="1400"/>
              <a:t>기술 역량을 중요시하며</a:t>
            </a:r>
            <a:r>
              <a:rPr lang="en-US" altLang="ko-KR" sz="1400"/>
              <a:t>, </a:t>
            </a:r>
            <a:r>
              <a:rPr lang="en-US" sz="1400"/>
              <a:t>AI </a:t>
            </a:r>
            <a:r>
              <a:rPr lang="ko-KR" altLang="en-US" sz="1400"/>
              <a:t>미보유 지원자는 채용을 꺼립니다</a:t>
            </a:r>
            <a:r>
              <a:rPr lang="en-US" altLang="ko-KR" sz="1400"/>
              <a:t>.</a:t>
            </a:r>
          </a:p>
          <a:p>
            <a:pPr marL="0" indent="0">
              <a:spcBef>
                <a:spcPts val="2500"/>
              </a:spcBef>
              <a:buFont typeface="Arial" panose="020B0604020202020204" pitchFamily="34" charset="0"/>
              <a:buNone/>
            </a:pPr>
            <a:r>
              <a:rPr lang="ko-KR" altLang="en-US" sz="1400" b="1"/>
              <a:t>업무 효율성 및 창의성 향상</a:t>
            </a:r>
          </a:p>
          <a:p>
            <a:pPr marL="0" lvl="1" indent="0">
              <a:buFont typeface="Arial" panose="020B0604020202020204" pitchFamily="34" charset="0"/>
              <a:buNone/>
            </a:pPr>
            <a:r>
              <a:rPr lang="en-US" sz="1400"/>
              <a:t>AI </a:t>
            </a:r>
            <a:r>
              <a:rPr lang="ko-KR" altLang="en-US" sz="1400"/>
              <a:t>기술은 단순한 능력 이상으로 업무 효율성과 창의성을 크게 높이는 핵심 역량입니다</a:t>
            </a:r>
            <a:r>
              <a:rPr lang="en-US" altLang="ko-KR" sz="1400"/>
              <a:t>.</a:t>
            </a:r>
          </a:p>
          <a:p>
            <a:pPr marL="0" indent="0">
              <a:spcBef>
                <a:spcPts val="2500"/>
              </a:spcBef>
              <a:buFont typeface="Arial" panose="020B0604020202020204" pitchFamily="34" charset="0"/>
              <a:buNone/>
            </a:pPr>
            <a:r>
              <a:rPr lang="ko-KR" altLang="en-US" sz="1400" b="1"/>
              <a:t>다양한 산업 영향</a:t>
            </a:r>
          </a:p>
          <a:p>
            <a:pPr marL="0" lvl="1" indent="0">
              <a:buFont typeface="Arial" panose="020B0604020202020204" pitchFamily="34" charset="0"/>
              <a:buNone/>
            </a:pPr>
            <a:r>
              <a:rPr lang="ko-KR" altLang="en-US" sz="1400"/>
              <a:t>생성형 </a:t>
            </a:r>
            <a:r>
              <a:rPr lang="en-US" sz="1400"/>
              <a:t>AI </a:t>
            </a:r>
            <a:r>
              <a:rPr lang="ko-KR" altLang="en-US" sz="1400"/>
              <a:t>확산으로 </a:t>
            </a:r>
            <a:r>
              <a:rPr lang="en-US" sz="1400"/>
              <a:t>AI </a:t>
            </a:r>
            <a:r>
              <a:rPr lang="ko-KR" altLang="en-US" sz="1400"/>
              <a:t>활용 능력이 산업 전반에서 필수 요소가 되고 있습니다</a:t>
            </a:r>
            <a:r>
              <a:rPr lang="en-US" altLang="ko-KR" sz="1400"/>
              <a:t>.</a:t>
            </a:r>
          </a:p>
        </p:txBody>
      </p:sp>
      <p:sp>
        <p:nvSpPr>
          <p:cNvPr id="5" name="Footer Placeholder 4">
            <a:extLst>
              <a:ext uri="{FF2B5EF4-FFF2-40B4-BE49-F238E27FC236}">
                <a16:creationId xmlns:a16="http://schemas.microsoft.com/office/drawing/2014/main" id="{B22396FD-6A88-EE49-EFF4-E0F2E561B585}"/>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ko"/>
              <a:t>샘플 바닥글 텍스트</a:t>
            </a:r>
          </a:p>
        </p:txBody>
      </p:sp>
      <p:sp>
        <p:nvSpPr>
          <p:cNvPr id="6" name="Date Placeholder 5">
            <a:extLst>
              <a:ext uri="{FF2B5EF4-FFF2-40B4-BE49-F238E27FC236}">
                <a16:creationId xmlns:a16="http://schemas.microsoft.com/office/drawing/2014/main" id="{601D7934-2DF7-E879-0C35-482F3D9A0E17}"/>
              </a:ext>
            </a:extLst>
          </p:cNvPr>
          <p:cNvSpPr>
            <a:spLocks noGrp="1"/>
          </p:cNvSpPr>
          <p:nvPr>
            <p:ph type="dt" sz="half" idx="10"/>
          </p:nvPr>
        </p:nvSpPr>
        <p:spPr>
          <a:xfrm>
            <a:off x="9737594" y="6445997"/>
            <a:ext cx="1842115" cy="365125"/>
          </a:xfrm>
        </p:spPr>
        <p:txBody>
          <a:bodyPr anchor="ctr">
            <a:normAutofit/>
          </a:bodyPr>
          <a:lstStyle/>
          <a:p>
            <a:pPr rtl="0">
              <a:spcAft>
                <a:spcPts val="600"/>
              </a:spcAft>
            </a:pPr>
            <a:r>
              <a:rPr lang="en-US"/>
              <a:t>2025년 8월 11일</a:t>
            </a:r>
          </a:p>
        </p:txBody>
      </p:sp>
      <p:sp>
        <p:nvSpPr>
          <p:cNvPr id="7" name="Slide Number Placeholder 6">
            <a:extLst>
              <a:ext uri="{FF2B5EF4-FFF2-40B4-BE49-F238E27FC236}">
                <a16:creationId xmlns:a16="http://schemas.microsoft.com/office/drawing/2014/main" id="{E154A68E-9440-63FE-2662-4476BE0B7FCA}"/>
              </a:ext>
            </a:extLst>
          </p:cNvPr>
          <p:cNvSpPr>
            <a:spLocks noGrp="1"/>
          </p:cNvSpPr>
          <p:nvPr>
            <p:ph type="sldNum" sz="quarter" idx="12"/>
          </p:nvPr>
        </p:nvSpPr>
        <p:spPr>
          <a:xfrm>
            <a:off x="11734800" y="6445997"/>
            <a:ext cx="457200" cy="365125"/>
          </a:xfrm>
        </p:spPr>
        <p:txBody>
          <a:bodyPr anchor="ctr">
            <a:normAutofit/>
          </a:bodyPr>
          <a:lstStyle/>
          <a:p>
            <a:pPr rtl="0">
              <a:spcAft>
                <a:spcPts val="600"/>
              </a:spcAft>
            </a:pPr>
            <a:fld id="{DDF60B60-82CA-4BB9-BA6E-A62FADF2374B}" type="slidenum">
              <a:rPr lang="en-US" smtClean="0"/>
              <a:pPr rtl="0">
                <a:spcAft>
                  <a:spcPts val="600"/>
                </a:spcAft>
              </a:pPr>
              <a:t>3</a:t>
            </a:fld>
            <a:endParaRPr lang="en-US"/>
          </a:p>
        </p:txBody>
      </p:sp>
    </p:spTree>
    <p:extLst>
      <p:ext uri="{BB962C8B-B14F-4D97-AF65-F5344CB8AC3E}">
        <p14:creationId xmlns:p14="http://schemas.microsoft.com/office/powerpoint/2010/main" val="38875125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A8A26-D5FA-1BDB-AB6E-F1F523FBE52A}"/>
              </a:ext>
            </a:extLst>
          </p:cNvPr>
          <p:cNvSpPr>
            <a:spLocks noGrp="1"/>
          </p:cNvSpPr>
          <p:nvPr>
            <p:ph type="title"/>
          </p:nvPr>
        </p:nvSpPr>
        <p:spPr>
          <a:xfrm>
            <a:off x="457199" y="377072"/>
            <a:ext cx="4958078" cy="1225485"/>
          </a:xfrm>
        </p:spPr>
        <p:txBody>
          <a:bodyPr anchor="t">
            <a:normAutofit/>
          </a:bodyPr>
          <a:lstStyle/>
          <a:p>
            <a:r>
              <a:rPr lang="en-US"/>
              <a:t>직장 내 AI 도구 활용</a:t>
            </a:r>
          </a:p>
        </p:txBody>
      </p:sp>
      <p:pic>
        <p:nvPicPr>
          <p:cNvPr id="8" name="Content Placeholder 7" descr="가상 화면으로 코드 작업을 시작하는 여성">
            <a:extLst>
              <a:ext uri="{FF2B5EF4-FFF2-40B4-BE49-F238E27FC236}">
                <a16:creationId xmlns:a16="http://schemas.microsoft.com/office/drawing/2014/main" id="{BCC24AC9-83D5-4AF5-B668-B1EA812BABB1}"/>
              </a:ext>
            </a:extLst>
          </p:cNvPr>
          <p:cNvPicPr>
            <a:picLocks noGrp="1" noChangeAspect="1"/>
          </p:cNvPicPr>
          <p:nvPr>
            <p:ph type="pic" sz="quarter" idx="13"/>
          </p:nvPr>
        </p:nvPicPr>
        <p:blipFill>
          <a:blip r:embed="rId3"/>
          <a:srcRect l="17784" r="10973" b="-2"/>
          <a:stretch>
            <a:fillRect/>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3FFB636A-EB32-C18A-7378-7865296CA18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ko-KR" altLang="en-US" sz="1400" b="1"/>
              <a:t>생성형 </a:t>
            </a:r>
            <a:r>
              <a:rPr lang="en-US" sz="1400" b="1"/>
              <a:t>AI </a:t>
            </a:r>
            <a:r>
              <a:rPr lang="ko-KR" altLang="en-US" sz="1400" b="1"/>
              <a:t>활용 현황</a:t>
            </a:r>
          </a:p>
          <a:p>
            <a:pPr marL="0" lvl="1" indent="0">
              <a:buFont typeface="Arial" panose="020B0604020202020204" pitchFamily="34" charset="0"/>
              <a:buNone/>
            </a:pPr>
            <a:r>
              <a:rPr lang="ko-KR" altLang="en-US" sz="1400"/>
              <a:t>직장인의 약 </a:t>
            </a:r>
            <a:r>
              <a:rPr lang="en-US" altLang="ko-KR" sz="1400"/>
              <a:t>75%</a:t>
            </a:r>
            <a:r>
              <a:rPr lang="ko-KR" altLang="en-US" sz="1400"/>
              <a:t>가 생성형 </a:t>
            </a:r>
            <a:r>
              <a:rPr lang="en-US" sz="1400"/>
              <a:t>AI</a:t>
            </a:r>
            <a:r>
              <a:rPr lang="ko-KR" altLang="en-US" sz="1400"/>
              <a:t>를 업무에 활용하고 있으며</a:t>
            </a:r>
            <a:r>
              <a:rPr lang="en-US" altLang="ko-KR" sz="1400"/>
              <a:t>, 78%</a:t>
            </a:r>
            <a:r>
              <a:rPr lang="ko-KR" altLang="en-US" sz="1400"/>
              <a:t>는 개인적으로 </a:t>
            </a:r>
            <a:r>
              <a:rPr lang="en-US" sz="1400"/>
              <a:t>AI </a:t>
            </a:r>
            <a:r>
              <a:rPr lang="ko-KR" altLang="en-US" sz="1400"/>
              <a:t>도구를 사용합니다</a:t>
            </a:r>
            <a:r>
              <a:rPr lang="en-US" altLang="ko-KR" sz="1400"/>
              <a:t>.</a:t>
            </a:r>
          </a:p>
          <a:p>
            <a:pPr marL="0" indent="0">
              <a:spcBef>
                <a:spcPts val="2500"/>
              </a:spcBef>
              <a:buFont typeface="Arial" panose="020B0604020202020204" pitchFamily="34" charset="0"/>
              <a:buNone/>
            </a:pPr>
            <a:r>
              <a:rPr lang="ko-KR" altLang="en-US" sz="1400" b="1"/>
              <a:t>중소기업 </a:t>
            </a:r>
            <a:r>
              <a:rPr lang="en-US" sz="1400" b="1"/>
              <a:t>AI </a:t>
            </a:r>
            <a:r>
              <a:rPr lang="ko-KR" altLang="en-US" sz="1400" b="1"/>
              <a:t>도입</a:t>
            </a:r>
          </a:p>
          <a:p>
            <a:pPr marL="0" lvl="1" indent="0">
              <a:buFont typeface="Arial" panose="020B0604020202020204" pitchFamily="34" charset="0"/>
              <a:buNone/>
            </a:pPr>
            <a:r>
              <a:rPr lang="ko-KR" altLang="en-US" sz="1400"/>
              <a:t>중소기업에서 </a:t>
            </a:r>
            <a:r>
              <a:rPr lang="en-US" sz="1400"/>
              <a:t>AI</a:t>
            </a:r>
            <a:r>
              <a:rPr lang="ko-KR" altLang="en-US" sz="1400"/>
              <a:t>는 반복적이고 단순한 업무를 줄이는 데 효과적으로 사용되고 있습니다</a:t>
            </a:r>
            <a:r>
              <a:rPr lang="en-US" altLang="ko-KR" sz="1400"/>
              <a:t>.</a:t>
            </a:r>
          </a:p>
          <a:p>
            <a:pPr marL="0" indent="0">
              <a:spcBef>
                <a:spcPts val="2500"/>
              </a:spcBef>
              <a:buFont typeface="Arial" panose="020B0604020202020204" pitchFamily="34" charset="0"/>
              <a:buNone/>
            </a:pPr>
            <a:r>
              <a:rPr lang="ko-KR" altLang="en-US" sz="1400" b="1"/>
              <a:t>직원의 불안감</a:t>
            </a:r>
          </a:p>
          <a:p>
            <a:pPr marL="0" lvl="1" indent="0">
              <a:buFont typeface="Arial" panose="020B0604020202020204" pitchFamily="34" charset="0"/>
              <a:buNone/>
            </a:pPr>
            <a:r>
              <a:rPr lang="en-US" sz="1400"/>
              <a:t>AI </a:t>
            </a:r>
            <a:r>
              <a:rPr lang="ko-KR" altLang="en-US" sz="1400"/>
              <a:t>도구 사용자 중 절반 이상이 직업 대체에 대한 불안감을 느끼고 있으며 약 </a:t>
            </a:r>
            <a:r>
              <a:rPr lang="en-US" altLang="ko-KR" sz="1400"/>
              <a:t>45%</a:t>
            </a:r>
            <a:r>
              <a:rPr lang="ko-KR" altLang="en-US" sz="1400"/>
              <a:t>가 직업 위협을 우려합니다</a:t>
            </a:r>
            <a:r>
              <a:rPr lang="en-US" altLang="ko-KR" sz="1400"/>
              <a:t>.</a:t>
            </a:r>
          </a:p>
          <a:p>
            <a:pPr marL="0" indent="0">
              <a:spcBef>
                <a:spcPts val="2500"/>
              </a:spcBef>
              <a:buFont typeface="Arial" panose="020B0604020202020204" pitchFamily="34" charset="0"/>
              <a:buNone/>
            </a:pPr>
            <a:r>
              <a:rPr lang="ko-KR" altLang="en-US" sz="1400" b="1"/>
              <a:t>교육과 지원 필요성</a:t>
            </a:r>
          </a:p>
          <a:p>
            <a:pPr marL="0" lvl="1" indent="0">
              <a:buFont typeface="Arial" panose="020B0604020202020204" pitchFamily="34" charset="0"/>
              <a:buNone/>
            </a:pPr>
            <a:r>
              <a:rPr lang="ko-KR" altLang="en-US" sz="1400"/>
              <a:t>기업은 직원 불안 해소를 위해 </a:t>
            </a:r>
            <a:r>
              <a:rPr lang="en-US" sz="1400"/>
              <a:t>AI </a:t>
            </a:r>
            <a:r>
              <a:rPr lang="ko-KR" altLang="en-US" sz="1400"/>
              <a:t>보완적 활용 교육과 지원을 병행해야 합니다</a:t>
            </a:r>
            <a:r>
              <a:rPr lang="en-US" altLang="ko-KR" sz="1400"/>
              <a:t>.</a:t>
            </a:r>
          </a:p>
        </p:txBody>
      </p:sp>
      <p:sp>
        <p:nvSpPr>
          <p:cNvPr id="5" name="Footer Placeholder 4">
            <a:extLst>
              <a:ext uri="{FF2B5EF4-FFF2-40B4-BE49-F238E27FC236}">
                <a16:creationId xmlns:a16="http://schemas.microsoft.com/office/drawing/2014/main" id="{8A40ABF6-33B7-1853-9A05-9FB3698264FE}"/>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ko"/>
              <a:t>샘플 바닥글 텍스트</a:t>
            </a:r>
          </a:p>
        </p:txBody>
      </p:sp>
      <p:sp>
        <p:nvSpPr>
          <p:cNvPr id="6" name="Date Placeholder 5">
            <a:extLst>
              <a:ext uri="{FF2B5EF4-FFF2-40B4-BE49-F238E27FC236}">
                <a16:creationId xmlns:a16="http://schemas.microsoft.com/office/drawing/2014/main" id="{AAB84460-A790-4DDF-6215-875F0296C44F}"/>
              </a:ext>
            </a:extLst>
          </p:cNvPr>
          <p:cNvSpPr>
            <a:spLocks noGrp="1"/>
          </p:cNvSpPr>
          <p:nvPr>
            <p:ph type="dt" sz="half" idx="10"/>
          </p:nvPr>
        </p:nvSpPr>
        <p:spPr>
          <a:xfrm>
            <a:off x="9737594" y="6445997"/>
            <a:ext cx="1842115" cy="365125"/>
          </a:xfrm>
        </p:spPr>
        <p:txBody>
          <a:bodyPr anchor="ctr">
            <a:normAutofit/>
          </a:bodyPr>
          <a:lstStyle/>
          <a:p>
            <a:pPr rtl="0">
              <a:spcAft>
                <a:spcPts val="600"/>
              </a:spcAft>
            </a:pPr>
            <a:r>
              <a:rPr lang="en-US"/>
              <a:t>2025년 8월 11일</a:t>
            </a:r>
          </a:p>
        </p:txBody>
      </p:sp>
      <p:sp>
        <p:nvSpPr>
          <p:cNvPr id="7" name="Slide Number Placeholder 6">
            <a:extLst>
              <a:ext uri="{FF2B5EF4-FFF2-40B4-BE49-F238E27FC236}">
                <a16:creationId xmlns:a16="http://schemas.microsoft.com/office/drawing/2014/main" id="{9A24EA5B-D236-3B3A-50CA-BC3A6372CB9F}"/>
              </a:ext>
            </a:extLst>
          </p:cNvPr>
          <p:cNvSpPr>
            <a:spLocks noGrp="1"/>
          </p:cNvSpPr>
          <p:nvPr>
            <p:ph type="sldNum" sz="quarter" idx="12"/>
          </p:nvPr>
        </p:nvSpPr>
        <p:spPr>
          <a:xfrm>
            <a:off x="11734800" y="6445997"/>
            <a:ext cx="457200" cy="365125"/>
          </a:xfrm>
        </p:spPr>
        <p:txBody>
          <a:bodyPr anchor="ctr">
            <a:normAutofit/>
          </a:bodyPr>
          <a:lstStyle/>
          <a:p>
            <a:pPr rtl="0">
              <a:spcAft>
                <a:spcPts val="600"/>
              </a:spcAft>
            </a:pPr>
            <a:fld id="{DDF60B60-82CA-4BB9-BA6E-A62FADF2374B}" type="slidenum">
              <a:rPr lang="en-US" smtClean="0"/>
              <a:pPr rtl="0">
                <a:spcAft>
                  <a:spcPts val="600"/>
                </a:spcAft>
              </a:pPr>
              <a:t>4</a:t>
            </a:fld>
            <a:endParaRPr lang="en-US"/>
          </a:p>
        </p:txBody>
      </p:sp>
    </p:spTree>
    <p:extLst>
      <p:ext uri="{BB962C8B-B14F-4D97-AF65-F5344CB8AC3E}">
        <p14:creationId xmlns:p14="http://schemas.microsoft.com/office/powerpoint/2010/main" val="34950669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80F5-B9F8-69DF-156E-F3FF3353DA04}"/>
              </a:ext>
            </a:extLst>
          </p:cNvPr>
          <p:cNvSpPr>
            <a:spLocks noGrp="1"/>
          </p:cNvSpPr>
          <p:nvPr>
            <p:ph type="title"/>
          </p:nvPr>
        </p:nvSpPr>
        <p:spPr>
          <a:xfrm>
            <a:off x="457199" y="377072"/>
            <a:ext cx="4958078" cy="1225485"/>
          </a:xfrm>
        </p:spPr>
        <p:txBody>
          <a:bodyPr anchor="t">
            <a:normAutofit/>
          </a:bodyPr>
          <a:lstStyle/>
          <a:p>
            <a:r>
              <a:rPr lang="en-US"/>
              <a:t>AI 전문 인력 수요 급증</a:t>
            </a:r>
          </a:p>
        </p:txBody>
      </p:sp>
      <p:pic>
        <p:nvPicPr>
          <p:cNvPr id="8" name="Content Placeholder 7" descr="직장에서 이야기하는 사람들">
            <a:extLst>
              <a:ext uri="{FF2B5EF4-FFF2-40B4-BE49-F238E27FC236}">
                <a16:creationId xmlns:a16="http://schemas.microsoft.com/office/drawing/2014/main" id="{4B612FAA-5F62-445C-A57F-51D5F1B490A7}"/>
              </a:ext>
            </a:extLst>
          </p:cNvPr>
          <p:cNvPicPr>
            <a:picLocks noGrp="1" noChangeAspect="1"/>
          </p:cNvPicPr>
          <p:nvPr>
            <p:ph type="pic" sz="quarter" idx="13"/>
          </p:nvPr>
        </p:nvPicPr>
        <p:blipFill>
          <a:blip r:embed="rId3"/>
          <a:srcRect r="15777"/>
          <a:stretch>
            <a:fillRect/>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F701F315-073A-A842-DB6B-F2459DD232C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AI </a:t>
            </a:r>
            <a:r>
              <a:rPr lang="ko-KR" altLang="en-US" sz="1400" b="1"/>
              <a:t>인력 수요 증가</a:t>
            </a:r>
          </a:p>
          <a:p>
            <a:pPr marL="0" lvl="1" indent="0">
              <a:buFont typeface="Arial" panose="020B0604020202020204" pitchFamily="34" charset="0"/>
              <a:buNone/>
            </a:pPr>
            <a:r>
              <a:rPr lang="en-US" sz="1400"/>
              <a:t>AI </a:t>
            </a:r>
            <a:r>
              <a:rPr lang="ko-KR" altLang="en-US" sz="1400"/>
              <a:t>기술을 요구하는 직업은 전체 평균보다 </a:t>
            </a:r>
            <a:r>
              <a:rPr lang="en-US" altLang="ko-KR" sz="1400"/>
              <a:t>3.5</a:t>
            </a:r>
            <a:r>
              <a:rPr lang="ko-KR" altLang="en-US" sz="1400"/>
              <a:t>배 빠르게 증가하고 있습니다</a:t>
            </a:r>
            <a:r>
              <a:rPr lang="en-US" altLang="ko-KR" sz="1400"/>
              <a:t>.</a:t>
            </a:r>
          </a:p>
          <a:p>
            <a:pPr marL="0" indent="0">
              <a:spcBef>
                <a:spcPts val="2500"/>
              </a:spcBef>
              <a:buFont typeface="Arial" panose="020B0604020202020204" pitchFamily="34" charset="0"/>
              <a:buNone/>
            </a:pPr>
            <a:r>
              <a:rPr lang="ko-KR" altLang="en-US" sz="1400" b="1"/>
              <a:t>높은 </a:t>
            </a:r>
            <a:r>
              <a:rPr lang="en-US" sz="1400" b="1"/>
              <a:t>AI </a:t>
            </a:r>
            <a:r>
              <a:rPr lang="ko-KR" altLang="en-US" sz="1400" b="1"/>
              <a:t>급여 수준</a:t>
            </a:r>
          </a:p>
          <a:p>
            <a:pPr marL="0" lvl="1" indent="0">
              <a:buFont typeface="Arial" panose="020B0604020202020204" pitchFamily="34" charset="0"/>
              <a:buNone/>
            </a:pPr>
            <a:r>
              <a:rPr lang="en-US" sz="1400"/>
              <a:t>AI </a:t>
            </a:r>
            <a:r>
              <a:rPr lang="ko-KR" altLang="en-US" sz="1400"/>
              <a:t>기술 보유 인력은 평균 </a:t>
            </a:r>
            <a:r>
              <a:rPr lang="en-US" altLang="ko-KR" sz="1400"/>
              <a:t>25% </a:t>
            </a:r>
            <a:r>
              <a:rPr lang="ko-KR" altLang="en-US" sz="1400"/>
              <a:t>더 높은 급여를 받고 있습니다</a:t>
            </a:r>
            <a:r>
              <a:rPr lang="en-US" altLang="ko-KR" sz="1400"/>
              <a:t>.</a:t>
            </a:r>
          </a:p>
          <a:p>
            <a:pPr marL="0" indent="0">
              <a:spcBef>
                <a:spcPts val="2500"/>
              </a:spcBef>
              <a:buFont typeface="Arial" panose="020B0604020202020204" pitchFamily="34" charset="0"/>
              <a:buNone/>
            </a:pPr>
            <a:r>
              <a:rPr lang="ko-KR" altLang="en-US" sz="1400" b="1"/>
              <a:t>다양한 산업 분야 영향</a:t>
            </a:r>
          </a:p>
          <a:p>
            <a:pPr marL="0" lvl="1" indent="0">
              <a:buFont typeface="Arial" panose="020B0604020202020204" pitchFamily="34" charset="0"/>
              <a:buNone/>
            </a:pPr>
            <a:r>
              <a:rPr lang="ko-KR" altLang="en-US" sz="1400"/>
              <a:t>법률</a:t>
            </a:r>
            <a:r>
              <a:rPr lang="en-US" altLang="ko-KR" sz="1400"/>
              <a:t>, </a:t>
            </a:r>
            <a:r>
              <a:rPr lang="ko-KR" altLang="en-US" sz="1400"/>
              <a:t>마케팅</a:t>
            </a:r>
            <a:r>
              <a:rPr lang="en-US" altLang="ko-KR" sz="1400"/>
              <a:t>, </a:t>
            </a:r>
            <a:r>
              <a:rPr lang="ko-KR" altLang="en-US" sz="1400"/>
              <a:t>회계 등 다양한 분야에서 </a:t>
            </a:r>
            <a:r>
              <a:rPr lang="en-US" sz="1400"/>
              <a:t>AI </a:t>
            </a:r>
            <a:r>
              <a:rPr lang="ko-KR" altLang="en-US" sz="1400"/>
              <a:t>기술이 필수 역량으로 자리잡고 있습니다</a:t>
            </a:r>
            <a:r>
              <a:rPr lang="en-US" altLang="ko-KR" sz="1400"/>
              <a:t>.</a:t>
            </a:r>
          </a:p>
          <a:p>
            <a:pPr marL="0" indent="0">
              <a:spcBef>
                <a:spcPts val="2500"/>
              </a:spcBef>
              <a:buFont typeface="Arial" panose="020B0604020202020204" pitchFamily="34" charset="0"/>
              <a:buNone/>
            </a:pPr>
            <a:r>
              <a:rPr lang="ko-KR" altLang="en-US" sz="1400" b="1"/>
              <a:t>창의적 직무와 </a:t>
            </a:r>
            <a:r>
              <a:rPr lang="en-US" sz="1400" b="1"/>
              <a:t>AI</a:t>
            </a:r>
          </a:p>
          <a:p>
            <a:pPr marL="0" lvl="1" indent="0">
              <a:buFont typeface="Arial" panose="020B0604020202020204" pitchFamily="34" charset="0"/>
              <a:buNone/>
            </a:pPr>
            <a:r>
              <a:rPr lang="ko-KR" altLang="en-US" sz="1400"/>
              <a:t>콘텐츠 작성자와 디자이너 등 창의적 직무에서 </a:t>
            </a:r>
            <a:r>
              <a:rPr lang="en-US" sz="1400"/>
              <a:t>AI</a:t>
            </a:r>
            <a:r>
              <a:rPr lang="ko-KR" altLang="en-US" sz="1400"/>
              <a:t>가 전략적 사고를 지원합니다</a:t>
            </a:r>
            <a:r>
              <a:rPr lang="en-US" altLang="ko-KR" sz="1400"/>
              <a:t>.</a:t>
            </a:r>
          </a:p>
        </p:txBody>
      </p:sp>
      <p:sp>
        <p:nvSpPr>
          <p:cNvPr id="5" name="Footer Placeholder 4">
            <a:extLst>
              <a:ext uri="{FF2B5EF4-FFF2-40B4-BE49-F238E27FC236}">
                <a16:creationId xmlns:a16="http://schemas.microsoft.com/office/drawing/2014/main" id="{1CC459A7-2844-1A80-A328-5F4BA41F1E26}"/>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ko"/>
              <a:t>샘플 바닥글 텍스트</a:t>
            </a:r>
          </a:p>
        </p:txBody>
      </p:sp>
      <p:sp>
        <p:nvSpPr>
          <p:cNvPr id="6" name="Date Placeholder 5">
            <a:extLst>
              <a:ext uri="{FF2B5EF4-FFF2-40B4-BE49-F238E27FC236}">
                <a16:creationId xmlns:a16="http://schemas.microsoft.com/office/drawing/2014/main" id="{FA165315-FD96-5F14-C4A9-A7BD3973AC50}"/>
              </a:ext>
            </a:extLst>
          </p:cNvPr>
          <p:cNvSpPr>
            <a:spLocks noGrp="1"/>
          </p:cNvSpPr>
          <p:nvPr>
            <p:ph type="dt" sz="half" idx="10"/>
          </p:nvPr>
        </p:nvSpPr>
        <p:spPr>
          <a:xfrm>
            <a:off x="9737594" y="6445997"/>
            <a:ext cx="1842115" cy="365125"/>
          </a:xfrm>
        </p:spPr>
        <p:txBody>
          <a:bodyPr anchor="ctr">
            <a:normAutofit/>
          </a:bodyPr>
          <a:lstStyle/>
          <a:p>
            <a:pPr rtl="0">
              <a:spcAft>
                <a:spcPts val="600"/>
              </a:spcAft>
            </a:pPr>
            <a:r>
              <a:rPr lang="en-US"/>
              <a:t>2025년 8월 11일</a:t>
            </a:r>
          </a:p>
        </p:txBody>
      </p:sp>
      <p:sp>
        <p:nvSpPr>
          <p:cNvPr id="7" name="Slide Number Placeholder 6">
            <a:extLst>
              <a:ext uri="{FF2B5EF4-FFF2-40B4-BE49-F238E27FC236}">
                <a16:creationId xmlns:a16="http://schemas.microsoft.com/office/drawing/2014/main" id="{093289E4-34EE-9930-D03D-BDA370485A4F}"/>
              </a:ext>
            </a:extLst>
          </p:cNvPr>
          <p:cNvSpPr>
            <a:spLocks noGrp="1"/>
          </p:cNvSpPr>
          <p:nvPr>
            <p:ph type="sldNum" sz="quarter" idx="12"/>
          </p:nvPr>
        </p:nvSpPr>
        <p:spPr>
          <a:xfrm>
            <a:off x="11734800" y="6445997"/>
            <a:ext cx="457200" cy="365125"/>
          </a:xfrm>
        </p:spPr>
        <p:txBody>
          <a:bodyPr anchor="ctr">
            <a:normAutofit/>
          </a:bodyPr>
          <a:lstStyle/>
          <a:p>
            <a:pPr rtl="0">
              <a:spcAft>
                <a:spcPts val="600"/>
              </a:spcAft>
            </a:pPr>
            <a:fld id="{DDF60B60-82CA-4BB9-BA6E-A62FADF2374B}" type="slidenum">
              <a:rPr lang="en-US" smtClean="0"/>
              <a:pPr rtl="0">
                <a:spcAft>
                  <a:spcPts val="600"/>
                </a:spcAft>
              </a:pPr>
              <a:t>5</a:t>
            </a:fld>
            <a:endParaRPr lang="en-US"/>
          </a:p>
        </p:txBody>
      </p:sp>
    </p:spTree>
    <p:extLst>
      <p:ext uri="{BB962C8B-B14F-4D97-AF65-F5344CB8AC3E}">
        <p14:creationId xmlns:p14="http://schemas.microsoft.com/office/powerpoint/2010/main" val="35792721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62367-44C9-0462-D6A3-0F0762AF17A3}"/>
              </a:ext>
            </a:extLst>
          </p:cNvPr>
          <p:cNvSpPr>
            <a:spLocks noGrp="1"/>
          </p:cNvSpPr>
          <p:nvPr>
            <p:ph type="title"/>
          </p:nvPr>
        </p:nvSpPr>
        <p:spPr>
          <a:xfrm>
            <a:off x="457199" y="377072"/>
            <a:ext cx="4958078" cy="1225485"/>
          </a:xfrm>
        </p:spPr>
        <p:txBody>
          <a:bodyPr anchor="t">
            <a:normAutofit/>
          </a:bodyPr>
          <a:lstStyle/>
          <a:p>
            <a:r>
              <a:rPr lang="en-US"/>
              <a:t>AI 슈퍼 유저의 등장</a:t>
            </a:r>
          </a:p>
        </p:txBody>
      </p:sp>
      <p:pic>
        <p:nvPicPr>
          <p:cNvPr id="8" name="Content Placeholder 7" descr="사무실에 있는 사업가. 팀 빌딩을 바라보는 사업가 5명, 남자 2명, 여자 4명. 사무실에 있는 세르비아인">
            <a:extLst>
              <a:ext uri="{FF2B5EF4-FFF2-40B4-BE49-F238E27FC236}">
                <a16:creationId xmlns:a16="http://schemas.microsoft.com/office/drawing/2014/main" id="{A2C957D9-B3E4-4123-8DAB-67914262A371}"/>
              </a:ext>
            </a:extLst>
          </p:cNvPr>
          <p:cNvPicPr>
            <a:picLocks noGrp="1" noChangeAspect="1"/>
          </p:cNvPicPr>
          <p:nvPr>
            <p:ph type="pic" sz="quarter" idx="13"/>
          </p:nvPr>
        </p:nvPicPr>
        <p:blipFill>
          <a:blip r:embed="rId3"/>
          <a:srcRect l="21953" r="6804" b="-2"/>
          <a:stretch>
            <a:fillRect/>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90B2383D-8865-6888-4E48-69D09828189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AI </a:t>
            </a:r>
            <a:r>
              <a:rPr lang="ko-KR" altLang="en-US" sz="1400" b="1"/>
              <a:t>중심 업무 재설계</a:t>
            </a:r>
          </a:p>
          <a:p>
            <a:pPr marL="0" lvl="1" indent="0">
              <a:buFont typeface="Arial" panose="020B0604020202020204" pitchFamily="34" charset="0"/>
              <a:buNone/>
            </a:pPr>
            <a:r>
              <a:rPr lang="en-US" sz="1400"/>
              <a:t>AI </a:t>
            </a:r>
            <a:r>
              <a:rPr lang="ko-KR" altLang="en-US" sz="1400"/>
              <a:t>슈퍼 유저는 업무 시작과 종료에 </a:t>
            </a:r>
            <a:r>
              <a:rPr lang="en-US" sz="1400"/>
              <a:t>AI </a:t>
            </a:r>
            <a:r>
              <a:rPr lang="ko-KR" altLang="en-US" sz="1400"/>
              <a:t>도구를 활용하며 업무 방식을 혁신적으로 재설계합니다</a:t>
            </a:r>
            <a:r>
              <a:rPr lang="en-US" altLang="ko-KR" sz="1400"/>
              <a:t>.</a:t>
            </a:r>
          </a:p>
          <a:p>
            <a:pPr marL="0" indent="0">
              <a:spcBef>
                <a:spcPts val="2500"/>
              </a:spcBef>
              <a:buFont typeface="Arial" panose="020B0604020202020204" pitchFamily="34" charset="0"/>
              <a:buNone/>
            </a:pPr>
            <a:r>
              <a:rPr lang="ko-KR" altLang="en-US" sz="1400" b="1"/>
              <a:t>다양한 업무 활용</a:t>
            </a:r>
          </a:p>
          <a:p>
            <a:pPr marL="0" lvl="1" indent="0">
              <a:buFont typeface="Arial" panose="020B0604020202020204" pitchFamily="34" charset="0"/>
              <a:buNone/>
            </a:pPr>
            <a:r>
              <a:rPr lang="ko-KR" altLang="en-US" sz="1400"/>
              <a:t>회의 정리</a:t>
            </a:r>
            <a:r>
              <a:rPr lang="en-US" altLang="ko-KR" sz="1400"/>
              <a:t>, </a:t>
            </a:r>
            <a:r>
              <a:rPr lang="ko-KR" altLang="en-US" sz="1400"/>
              <a:t>시각 콘텐츠 디자인</a:t>
            </a:r>
            <a:r>
              <a:rPr lang="en-US" altLang="ko-KR" sz="1400"/>
              <a:t>, </a:t>
            </a:r>
            <a:r>
              <a:rPr lang="ko-KR" altLang="en-US" sz="1400"/>
              <a:t>아이디어 브레인스토밍 등 다양한 업무에 </a:t>
            </a:r>
            <a:r>
              <a:rPr lang="en-US" sz="1400"/>
              <a:t>AI</a:t>
            </a:r>
            <a:r>
              <a:rPr lang="ko-KR" altLang="en-US" sz="1400"/>
              <a:t>를 적극 활용합니다</a:t>
            </a:r>
            <a:r>
              <a:rPr lang="en-US" altLang="ko-KR" sz="1400"/>
              <a:t>.</a:t>
            </a:r>
          </a:p>
          <a:p>
            <a:pPr marL="0" indent="0">
              <a:spcBef>
                <a:spcPts val="2500"/>
              </a:spcBef>
              <a:buFont typeface="Arial" panose="020B0604020202020204" pitchFamily="34" charset="0"/>
              <a:buNone/>
            </a:pPr>
            <a:r>
              <a:rPr lang="ko-KR" altLang="en-US" sz="1400" b="1"/>
              <a:t>조직 혁신 주도</a:t>
            </a:r>
          </a:p>
          <a:p>
            <a:pPr marL="0" lvl="1" indent="0">
              <a:buFont typeface="Arial" panose="020B0604020202020204" pitchFamily="34" charset="0"/>
              <a:buNone/>
            </a:pPr>
            <a:r>
              <a:rPr lang="ko-KR" altLang="en-US" sz="1400"/>
              <a:t>슈퍼 유저는 조직 내 비즈니스 프로세스를 </a:t>
            </a:r>
            <a:r>
              <a:rPr lang="en-US" sz="1400"/>
              <a:t>AI </a:t>
            </a:r>
            <a:r>
              <a:rPr lang="ko-KR" altLang="en-US" sz="1400"/>
              <a:t>기반으로 재구성하며 혁신을 이끌고 있습니다</a:t>
            </a:r>
            <a:r>
              <a:rPr lang="en-US" altLang="ko-KR" sz="1400"/>
              <a:t>.</a:t>
            </a:r>
          </a:p>
          <a:p>
            <a:pPr marL="0" indent="0">
              <a:spcBef>
                <a:spcPts val="2500"/>
              </a:spcBef>
              <a:buFont typeface="Arial" panose="020B0604020202020204" pitchFamily="34" charset="0"/>
              <a:buNone/>
            </a:pPr>
            <a:r>
              <a:rPr lang="ko-KR" altLang="en-US" sz="1400" b="1"/>
              <a:t>창의성 및 동기 부여</a:t>
            </a:r>
          </a:p>
          <a:p>
            <a:pPr marL="0" lvl="1" indent="0">
              <a:buFont typeface="Arial" panose="020B0604020202020204" pitchFamily="34" charset="0"/>
              <a:buNone/>
            </a:pPr>
            <a:r>
              <a:rPr lang="en-US" sz="1400"/>
              <a:t>AI </a:t>
            </a:r>
            <a:r>
              <a:rPr lang="ko-KR" altLang="en-US" sz="1400"/>
              <a:t>활용을 통해 창의성 향상과 업무 동기 부여</a:t>
            </a:r>
            <a:r>
              <a:rPr lang="en-US" altLang="ko-KR" sz="1400"/>
              <a:t>, </a:t>
            </a:r>
            <a:r>
              <a:rPr lang="ko-KR" altLang="en-US" sz="1400"/>
              <a:t>승진 기회 확대 등의 혜택을 누립니다</a:t>
            </a:r>
            <a:r>
              <a:rPr lang="en-US" altLang="ko-KR" sz="1400"/>
              <a:t>.</a:t>
            </a:r>
          </a:p>
        </p:txBody>
      </p:sp>
      <p:sp>
        <p:nvSpPr>
          <p:cNvPr id="5" name="Footer Placeholder 4">
            <a:extLst>
              <a:ext uri="{FF2B5EF4-FFF2-40B4-BE49-F238E27FC236}">
                <a16:creationId xmlns:a16="http://schemas.microsoft.com/office/drawing/2014/main" id="{274B8700-DF3B-4BD3-F2F9-A9A21C1EB433}"/>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ko"/>
              <a:t>샘플 바닥글 텍스트</a:t>
            </a:r>
          </a:p>
        </p:txBody>
      </p:sp>
      <p:sp>
        <p:nvSpPr>
          <p:cNvPr id="6" name="Date Placeholder 5">
            <a:extLst>
              <a:ext uri="{FF2B5EF4-FFF2-40B4-BE49-F238E27FC236}">
                <a16:creationId xmlns:a16="http://schemas.microsoft.com/office/drawing/2014/main" id="{75AC08A4-5BCD-9B86-74A4-22256DBB5683}"/>
              </a:ext>
            </a:extLst>
          </p:cNvPr>
          <p:cNvSpPr>
            <a:spLocks noGrp="1"/>
          </p:cNvSpPr>
          <p:nvPr>
            <p:ph type="dt" sz="half" idx="10"/>
          </p:nvPr>
        </p:nvSpPr>
        <p:spPr>
          <a:xfrm>
            <a:off x="9737594" y="6445997"/>
            <a:ext cx="1842115" cy="365125"/>
          </a:xfrm>
        </p:spPr>
        <p:txBody>
          <a:bodyPr anchor="ctr">
            <a:normAutofit/>
          </a:bodyPr>
          <a:lstStyle/>
          <a:p>
            <a:pPr rtl="0">
              <a:spcAft>
                <a:spcPts val="600"/>
              </a:spcAft>
            </a:pPr>
            <a:r>
              <a:rPr lang="en-US"/>
              <a:t>2025년 8월 11일</a:t>
            </a:r>
          </a:p>
        </p:txBody>
      </p:sp>
      <p:sp>
        <p:nvSpPr>
          <p:cNvPr id="7" name="Slide Number Placeholder 6">
            <a:extLst>
              <a:ext uri="{FF2B5EF4-FFF2-40B4-BE49-F238E27FC236}">
                <a16:creationId xmlns:a16="http://schemas.microsoft.com/office/drawing/2014/main" id="{319B655C-C6E0-279A-2675-CB4095988779}"/>
              </a:ext>
            </a:extLst>
          </p:cNvPr>
          <p:cNvSpPr>
            <a:spLocks noGrp="1"/>
          </p:cNvSpPr>
          <p:nvPr>
            <p:ph type="sldNum" sz="quarter" idx="12"/>
          </p:nvPr>
        </p:nvSpPr>
        <p:spPr>
          <a:xfrm>
            <a:off x="11734800" y="6445997"/>
            <a:ext cx="457200" cy="365125"/>
          </a:xfrm>
        </p:spPr>
        <p:txBody>
          <a:bodyPr anchor="ctr">
            <a:normAutofit/>
          </a:bodyPr>
          <a:lstStyle/>
          <a:p>
            <a:pPr rtl="0">
              <a:spcAft>
                <a:spcPts val="600"/>
              </a:spcAft>
            </a:pPr>
            <a:fld id="{DDF60B60-82CA-4BB9-BA6E-A62FADF2374B}" type="slidenum">
              <a:rPr lang="en-US" smtClean="0"/>
              <a:pPr rtl="0">
                <a:spcAft>
                  <a:spcPts val="600"/>
                </a:spcAft>
              </a:pPr>
              <a:t>6</a:t>
            </a:fld>
            <a:endParaRPr lang="en-US"/>
          </a:p>
        </p:txBody>
      </p:sp>
    </p:spTree>
    <p:extLst>
      <p:ext uri="{BB962C8B-B14F-4D97-AF65-F5344CB8AC3E}">
        <p14:creationId xmlns:p14="http://schemas.microsoft.com/office/powerpoint/2010/main" val="5768336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2AC49-68FB-F99A-7D20-0DA0C0BC7893}"/>
              </a:ext>
            </a:extLst>
          </p:cNvPr>
          <p:cNvSpPr>
            <a:spLocks noGrp="1"/>
          </p:cNvSpPr>
          <p:nvPr>
            <p:ph type="title"/>
          </p:nvPr>
        </p:nvSpPr>
        <p:spPr>
          <a:xfrm>
            <a:off x="457199" y="377072"/>
            <a:ext cx="4958078" cy="1225485"/>
          </a:xfrm>
        </p:spPr>
        <p:txBody>
          <a:bodyPr anchor="t">
            <a:normAutofit/>
          </a:bodyPr>
          <a:lstStyle/>
          <a:p>
            <a:r>
              <a:rPr lang="en-US"/>
              <a:t>교육과 기업의 대응 필요</a:t>
            </a:r>
          </a:p>
        </p:txBody>
      </p:sp>
      <p:pic>
        <p:nvPicPr>
          <p:cNvPr id="8" name="Content Placeholder 7" descr="AI 커스텀 서비스">
            <a:extLst>
              <a:ext uri="{FF2B5EF4-FFF2-40B4-BE49-F238E27FC236}">
                <a16:creationId xmlns:a16="http://schemas.microsoft.com/office/drawing/2014/main" id="{481EB7D3-F21F-4B93-A5BA-92B31ADF5629}"/>
              </a:ext>
            </a:extLst>
          </p:cNvPr>
          <p:cNvPicPr>
            <a:picLocks noGrp="1" noChangeAspect="1"/>
          </p:cNvPicPr>
          <p:nvPr>
            <p:ph type="pic" sz="quarter" idx="13"/>
          </p:nvPr>
        </p:nvPicPr>
        <p:blipFill>
          <a:blip r:embed="rId3"/>
          <a:srcRect l="9047" r="6413"/>
          <a:stretch>
            <a:fillRect/>
          </a:stretch>
        </p:blipFill>
        <p:spPr>
          <a:xfrm>
            <a:off x="20" y="1842182"/>
            <a:ext cx="5758152" cy="4546457"/>
          </a:xfrm>
          <a:prstGeom prst="rect">
            <a:avLst/>
          </a:prstGeom>
          <a:noFill/>
        </p:spPr>
      </p:pic>
      <p:sp>
        <p:nvSpPr>
          <p:cNvPr id="4" name="Content Placeholder 3">
            <a:extLst>
              <a:ext uri="{FF2B5EF4-FFF2-40B4-BE49-F238E27FC236}">
                <a16:creationId xmlns:a16="http://schemas.microsoft.com/office/drawing/2014/main" id="{0477653E-359D-FEC3-7681-604912D0013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r>
              <a:rPr lang="en-US" sz="1400" b="1"/>
              <a:t>AI </a:t>
            </a:r>
            <a:r>
              <a:rPr lang="ko-KR" altLang="en-US" sz="1400" b="1"/>
              <a:t>역량 변화 속도</a:t>
            </a:r>
          </a:p>
          <a:p>
            <a:pPr marL="0" lvl="1" indent="0">
              <a:buFont typeface="Arial" panose="020B0604020202020204" pitchFamily="34" charset="0"/>
              <a:buNone/>
            </a:pPr>
            <a:r>
              <a:rPr lang="en-US" sz="1400"/>
              <a:t>AI </a:t>
            </a:r>
            <a:r>
              <a:rPr lang="ko-KR" altLang="en-US" sz="1400"/>
              <a:t>관련 직무 역량 변화는 일반 직무보다 </a:t>
            </a:r>
            <a:r>
              <a:rPr lang="en-US" altLang="ko-KR" sz="1400"/>
              <a:t>25% </a:t>
            </a:r>
            <a:r>
              <a:rPr lang="ko-KR" altLang="en-US" sz="1400"/>
              <a:t>빨라 기존 교육 방식으로 대응하기 어렵습니다</a:t>
            </a:r>
            <a:r>
              <a:rPr lang="en-US" altLang="ko-KR" sz="1400"/>
              <a:t>.</a:t>
            </a:r>
          </a:p>
          <a:p>
            <a:pPr marL="0" indent="0">
              <a:spcBef>
                <a:spcPts val="2500"/>
              </a:spcBef>
              <a:buFont typeface="Arial" panose="020B0604020202020204" pitchFamily="34" charset="0"/>
              <a:buNone/>
            </a:pPr>
            <a:r>
              <a:rPr lang="ko-KR" altLang="en-US" sz="1400" b="1"/>
              <a:t>교육 시스템 지원</a:t>
            </a:r>
          </a:p>
          <a:p>
            <a:pPr marL="0" lvl="1" indent="0">
              <a:buFont typeface="Arial" panose="020B0604020202020204" pitchFamily="34" charset="0"/>
              <a:buNone/>
            </a:pPr>
            <a:r>
              <a:rPr lang="ko-KR" altLang="en-US" sz="1400"/>
              <a:t>세계경제포럼의 프레임워크가 차세대 인재에게 </a:t>
            </a:r>
            <a:r>
              <a:rPr lang="en-US" sz="1400"/>
              <a:t>AI </a:t>
            </a:r>
            <a:r>
              <a:rPr lang="ko-KR" altLang="en-US" sz="1400"/>
              <a:t>기술 교육을 효과적으로 지원합니다</a:t>
            </a:r>
            <a:r>
              <a:rPr lang="en-US" altLang="ko-KR" sz="1400"/>
              <a:t>.</a:t>
            </a:r>
          </a:p>
          <a:p>
            <a:pPr marL="0" indent="0">
              <a:spcBef>
                <a:spcPts val="2500"/>
              </a:spcBef>
              <a:buFont typeface="Arial" panose="020B0604020202020204" pitchFamily="34" charset="0"/>
              <a:buNone/>
            </a:pPr>
            <a:r>
              <a:rPr lang="ko-KR" altLang="en-US" sz="1400" b="1"/>
              <a:t>기업의 인재 개발</a:t>
            </a:r>
          </a:p>
          <a:p>
            <a:pPr marL="0" lvl="1" indent="0">
              <a:buFont typeface="Arial" panose="020B0604020202020204" pitchFamily="34" charset="0"/>
              <a:buNone/>
            </a:pPr>
            <a:r>
              <a:rPr lang="ko-KR" altLang="en-US" sz="1400"/>
              <a:t>기업은 </a:t>
            </a:r>
            <a:r>
              <a:rPr lang="en-US" sz="1400"/>
              <a:t>AI </a:t>
            </a:r>
            <a:r>
              <a:rPr lang="ko-KR" altLang="en-US" sz="1400"/>
              <a:t>역량 중심 내부 교육 프로그램을 강화하고 인재 개발 전략을 재정비하고 있습니다</a:t>
            </a:r>
            <a:r>
              <a:rPr lang="en-US" altLang="ko-KR" sz="1400"/>
              <a:t>.</a:t>
            </a:r>
          </a:p>
          <a:p>
            <a:pPr marL="0" indent="0">
              <a:spcBef>
                <a:spcPts val="2500"/>
              </a:spcBef>
              <a:buFont typeface="Arial" panose="020B0604020202020204" pitchFamily="34" charset="0"/>
              <a:buNone/>
            </a:pPr>
            <a:r>
              <a:rPr lang="ko-KR" altLang="en-US" sz="1400" b="1"/>
              <a:t>지속 가능한 </a:t>
            </a:r>
            <a:r>
              <a:rPr lang="en-US" sz="1400" b="1"/>
              <a:t>AI </a:t>
            </a:r>
            <a:r>
              <a:rPr lang="ko-KR" altLang="en-US" sz="1400" b="1"/>
              <a:t>생태계</a:t>
            </a:r>
          </a:p>
          <a:p>
            <a:pPr marL="0" lvl="1" indent="0">
              <a:buFont typeface="Arial" panose="020B0604020202020204" pitchFamily="34" charset="0"/>
              <a:buNone/>
            </a:pPr>
            <a:r>
              <a:rPr lang="ko-KR" altLang="en-US" sz="1400"/>
              <a:t>교육과 기업의 협력이 </a:t>
            </a:r>
            <a:r>
              <a:rPr lang="en-US" sz="1400"/>
              <a:t>AI </a:t>
            </a:r>
            <a:r>
              <a:rPr lang="ko-KR" altLang="en-US" sz="1400"/>
              <a:t>중심 미래 노동 시장에서 경쟁력 확보의 핵심입니다</a:t>
            </a:r>
            <a:r>
              <a:rPr lang="en-US" altLang="ko-KR" sz="1400"/>
              <a:t>.</a:t>
            </a:r>
          </a:p>
        </p:txBody>
      </p:sp>
      <p:sp>
        <p:nvSpPr>
          <p:cNvPr id="5" name="Footer Placeholder 4">
            <a:extLst>
              <a:ext uri="{FF2B5EF4-FFF2-40B4-BE49-F238E27FC236}">
                <a16:creationId xmlns:a16="http://schemas.microsoft.com/office/drawing/2014/main" id="{CC4A016F-3644-2B7B-7917-3AE545D8E72A}"/>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ko"/>
              <a:t>샘플 바닥글 텍스트</a:t>
            </a:r>
          </a:p>
        </p:txBody>
      </p:sp>
      <p:sp>
        <p:nvSpPr>
          <p:cNvPr id="6" name="Date Placeholder 5">
            <a:extLst>
              <a:ext uri="{FF2B5EF4-FFF2-40B4-BE49-F238E27FC236}">
                <a16:creationId xmlns:a16="http://schemas.microsoft.com/office/drawing/2014/main" id="{C76E5050-936A-A6E2-783F-650C834ED2F2}"/>
              </a:ext>
            </a:extLst>
          </p:cNvPr>
          <p:cNvSpPr>
            <a:spLocks noGrp="1"/>
          </p:cNvSpPr>
          <p:nvPr>
            <p:ph type="dt" sz="half" idx="10"/>
          </p:nvPr>
        </p:nvSpPr>
        <p:spPr>
          <a:xfrm>
            <a:off x="9737594" y="6445997"/>
            <a:ext cx="1842115" cy="365125"/>
          </a:xfrm>
        </p:spPr>
        <p:txBody>
          <a:bodyPr anchor="ctr">
            <a:normAutofit/>
          </a:bodyPr>
          <a:lstStyle/>
          <a:p>
            <a:pPr rtl="0">
              <a:spcAft>
                <a:spcPts val="600"/>
              </a:spcAft>
            </a:pPr>
            <a:r>
              <a:rPr lang="en-US"/>
              <a:t>2025년 8월 11일</a:t>
            </a:r>
          </a:p>
        </p:txBody>
      </p:sp>
      <p:sp>
        <p:nvSpPr>
          <p:cNvPr id="7" name="Slide Number Placeholder 6">
            <a:extLst>
              <a:ext uri="{FF2B5EF4-FFF2-40B4-BE49-F238E27FC236}">
                <a16:creationId xmlns:a16="http://schemas.microsoft.com/office/drawing/2014/main" id="{0E557E5A-E9B5-A6C1-D94E-FFB99AF3DB67}"/>
              </a:ext>
            </a:extLst>
          </p:cNvPr>
          <p:cNvSpPr>
            <a:spLocks noGrp="1"/>
          </p:cNvSpPr>
          <p:nvPr>
            <p:ph type="sldNum" sz="quarter" idx="12"/>
          </p:nvPr>
        </p:nvSpPr>
        <p:spPr>
          <a:xfrm>
            <a:off x="11734800" y="6445997"/>
            <a:ext cx="457200" cy="365125"/>
          </a:xfrm>
        </p:spPr>
        <p:txBody>
          <a:bodyPr anchor="ctr">
            <a:normAutofit/>
          </a:bodyPr>
          <a:lstStyle/>
          <a:p>
            <a:pPr rtl="0">
              <a:spcAft>
                <a:spcPts val="600"/>
              </a:spcAft>
            </a:pPr>
            <a:fld id="{DDF60B60-82CA-4BB9-BA6E-A62FADF2374B}" type="slidenum">
              <a:rPr lang="en-US" smtClean="0"/>
              <a:pPr rtl="0">
                <a:spcAft>
                  <a:spcPts val="600"/>
                </a:spcAft>
              </a:pPr>
              <a:t>7</a:t>
            </a:fld>
            <a:endParaRPr lang="en-US"/>
          </a:p>
        </p:txBody>
      </p:sp>
    </p:spTree>
    <p:extLst>
      <p:ext uri="{BB962C8B-B14F-4D97-AF65-F5344CB8AC3E}">
        <p14:creationId xmlns:p14="http://schemas.microsoft.com/office/powerpoint/2010/main" val="168422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EBD40D9C-CA72-493B-87C2-C0EB162C667E}" vid="{D0940FF3-4015-4C8A-9B90-9961EFA3BC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70BD21B179B1749B10B6700D890B8C6" ma:contentTypeVersion="30" ma:contentTypeDescription="Create a new document." ma:contentTypeScope="" ma:versionID="a13b221ee5b949bd1d4a5301a6f516f4">
  <xsd:schema xmlns:xsd="http://www.w3.org/2001/XMLSchema" xmlns:xs="http://www.w3.org/2001/XMLSchema" xmlns:p="http://schemas.microsoft.com/office/2006/metadata/properties" xmlns:ns1="http://schemas.microsoft.com/sharepoint/v3" xmlns:ns2="9e626b82-2e62-4b56-b4f0-2eb243f478f4" xmlns:ns3="230e9df3-be65-4c73-a93b-d1236ebd677e" xmlns:ns4="543e3375-4853-4ccc-a3e2-1512ebb9cffd" targetNamespace="http://schemas.microsoft.com/office/2006/metadata/properties" ma:root="true" ma:fieldsID="233e7f4977957a9e20bc87caea750b4e" ns1:_="" ns2:_="" ns3:_="" ns4:_="">
    <xsd:import namespace="http://schemas.microsoft.com/sharepoint/v3"/>
    <xsd:import namespace="9e626b82-2e62-4b56-b4f0-2eb243f478f4"/>
    <xsd:import namespace="230e9df3-be65-4c73-a93b-d1236ebd677e"/>
    <xsd:import namespace="543e3375-4853-4ccc-a3e2-1512ebb9cffd"/>
    <xsd:element name="properties">
      <xsd:complexType>
        <xsd:sequence>
          <xsd:element name="documentManagement">
            <xsd:complexType>
              <xsd:all>
                <xsd:element ref="ns2:MediaServiceMetadata" minOccurs="0"/>
                <xsd:element ref="ns2:MediaServiceFastMetadata" minOccurs="0"/>
                <xsd:element ref="ns2:MediaServiceGenerationTime" minOccurs="0"/>
                <xsd:element ref="ns2:MediaServiceEventHashCode" minOccurs="0"/>
                <xsd:element ref="ns2:MediaServiceOCR" minOccurs="0"/>
                <xsd:element ref="ns2:lcf76f155ced4ddcb4097134ff3c332f" minOccurs="0"/>
                <xsd:element ref="ns3:TaxCatchAll" minOccurs="0"/>
                <xsd:element ref="ns4:SharedWithUsers" minOccurs="0"/>
                <xsd:element ref="ns4:SharedWithDetails" minOccurs="0"/>
                <xsd:element ref="ns2:MediaServiceAutoKeyPoints" minOccurs="0"/>
                <xsd:element ref="ns2:MediaServiceKeyPoints" minOccurs="0"/>
                <xsd:element ref="ns2:MediaServiceSearchProperties" minOccurs="0"/>
                <xsd:element ref="ns1:_ip_UnifiedCompliancePolicyProperties" minOccurs="0"/>
                <xsd:element ref="ns1:_ip_UnifiedCompliancePolicyUIAction" minOccurs="0"/>
                <xsd:element ref="ns2:MediaServiceDocTags" minOccurs="0"/>
                <xsd:element ref="ns2:MediaServiceDateTaken" minOccurs="0"/>
                <xsd:element ref="ns2:MediaLengthInSeconds" minOccurs="0"/>
                <xsd:element ref="ns2:MediaServiceObjectDetectorVersions" minOccurs="0"/>
                <xsd:element ref="ns2:MediaServiceSystemTags" minOccurs="0"/>
                <xsd:element ref="ns2:Styletags_x0028_include1_x002d_3_x0029_" minOccurs="0"/>
                <xsd:element ref="ns2:Vertical" minOccurs="0"/>
                <xsd:element ref="ns2:Intent" minOccurs="0"/>
                <xsd:element ref="ns2:Thumbnai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e626b82-2e62-4b56-b4f0-2eb243f478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ocTags" ma:index="23" nillable="true" ma:displayName="MediaServiceDocTags" ma:hidden="true" ma:internalName="MediaServiceDocTags" ma:readOnly="true">
      <xsd:simpleType>
        <xsd:restriction base="dms:Note"/>
      </xsd:simpleType>
    </xsd:element>
    <xsd:element name="MediaServiceDateTaken" ma:index="24" nillable="true" ma:displayName="MediaServiceDateTaken" ma:hidden="true" ma:indexed="true" ma:internalName="MediaServiceDateTaken"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ystemTags" ma:index="27" nillable="true" ma:displayName="MediaServiceSystemTags" ma:hidden="true" ma:internalName="MediaServiceSystemTags" ma:readOnly="true">
      <xsd:simpleType>
        <xsd:restriction base="dms:Note"/>
      </xsd:simpleType>
    </xsd:element>
    <xsd:element name="Styletags_x0028_include1_x002d_3_x0029_" ma:index="28" nillable="true" ma:displayName="Style tags (include 1 - 3)" ma:format="Dropdown" ma:internalName="Styletags_x0028_include1_x002d_3_x0029_">
      <xsd:simpleType>
        <xsd:restriction base="dms:Text">
          <xsd:maxLength value="255"/>
        </xsd:restriction>
      </xsd:simpleType>
    </xsd:element>
    <xsd:element name="Vertical" ma:index="29" nillable="true" ma:displayName="Vertical" ma:format="Dropdown" ma:internalName="Vertical">
      <xsd:complexType>
        <xsd:complexContent>
          <xsd:extension base="dms:MultiChoice">
            <xsd:sequence>
              <xsd:element name="Value" maxOccurs="unbounded" minOccurs="0" nillable="true">
                <xsd:simpleType>
                  <xsd:restriction base="dms:Choice">
                    <xsd:enumeration value="Animals &amp; pets"/>
                    <xsd:enumeration value="Art &amp; design"/>
                    <xsd:enumeration value="Beauty"/>
                    <xsd:enumeration value="Business"/>
                    <xsd:enumeration value="Fashion"/>
                    <xsd:enumeration value="Floral &amp; garden"/>
                    <xsd:enumeration value="Food &amp; drink"/>
                    <xsd:enumeration value="General"/>
                    <xsd:enumeration value="Health &amp; fitness"/>
                  </xsd:restriction>
                </xsd:simpleType>
              </xsd:element>
            </xsd:sequence>
          </xsd:extension>
        </xsd:complexContent>
      </xsd:complexType>
    </xsd:element>
    <xsd:element name="Intent" ma:index="30" nillable="true" ma:displayName="Intent" ma:format="Dropdown" ma:internalName="Intent">
      <xsd:complexType>
        <xsd:complexContent>
          <xsd:extension base="dms:MultiChoice">
            <xsd:sequence>
              <xsd:element name="Value" maxOccurs="unbounded" minOccurs="0" nillable="true">
                <xsd:simpleType>
                  <xsd:restriction base="dms:Choice">
                    <xsd:enumeration value="About me"/>
                    <xsd:enumeration value="Activism"/>
                    <xsd:enumeration value="Announcement - event"/>
                    <xsd:enumeration value="Announcement - product"/>
                    <xsd:enumeration value="Business"/>
                    <xsd:enumeration value="Celebrate - holiday"/>
                    <xsd:enumeration value="Celebrate - life moments"/>
                    <xsd:enumeration value="Engagement post"/>
                    <xsd:enumeration value="Grand opening"/>
                    <xsd:enumeration value="Marketplace"/>
                    <xsd:enumeration value="Open house"/>
                    <xsd:enumeration value="Quote"/>
                    <xsd:enumeration value="Sale"/>
                    <xsd:enumeration value="Simple phrases"/>
                    <xsd:enumeration value="Subscribe"/>
                    <xsd:enumeration value="Choice 16"/>
                  </xsd:restriction>
                </xsd:simpleType>
              </xsd:element>
            </xsd:sequence>
          </xsd:extension>
        </xsd:complexContent>
      </xsd:complexType>
    </xsd:element>
    <xsd:element name="Thumbnail" ma:index="31" nillable="true" ma:displayName="Thumbnail" ma:format="Thumbnail" ma:internalName="Thumbnail">
      <xsd:simpleType>
        <xsd:restriction base="dms:Unknown"/>
      </xsd:simpleType>
    </xsd:element>
    <xsd:element name="MediaServiceBillingMetadata" ma:index="32"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6051309a-75b7-4c22-93ea-c24616af8dd0}" ma:internalName="TaxCatchAll" ma:showField="CatchAllData" ma:web="543e3375-4853-4ccc-a3e2-1512ebb9cff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43e3375-4853-4ccc-a3e2-1512ebb9cff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9e626b82-2e62-4b56-b4f0-2eb243f478f4" xsi:nil="true"/>
    <Thumbnail xmlns="9e626b82-2e62-4b56-b4f0-2eb243f478f4" xsi:nil="true"/>
    <Vertical xmlns="9e626b82-2e62-4b56-b4f0-2eb243f478f4" xsi:nil="true"/>
    <lcf76f155ced4ddcb4097134ff3c332f xmlns="9e626b82-2e62-4b56-b4f0-2eb243f478f4">
      <Terms xmlns="http://schemas.microsoft.com/office/infopath/2007/PartnerControls"/>
    </lcf76f155ced4ddcb4097134ff3c332f>
    <Styletags_x0028_include1_x002d_3_x0029_ xmlns="9e626b82-2e62-4b56-b4f0-2eb243f478f4" xsi:nil="true"/>
    <Intent xmlns="9e626b82-2e62-4b56-b4f0-2eb243f478f4" xsi:nil="true"/>
  </documentManagement>
</p:properties>
</file>

<file path=customXml/itemProps1.xml><?xml version="1.0" encoding="utf-8"?>
<ds:datastoreItem xmlns:ds="http://schemas.openxmlformats.org/officeDocument/2006/customXml" ds:itemID="{89D41049-A82A-4B5B-8ABC-9F045EF9F078}">
  <ds:schemaRefs>
    <ds:schemaRef ds:uri="http://schemas.microsoft.com/sharepoint/v3/contenttype/forms"/>
  </ds:schemaRefs>
</ds:datastoreItem>
</file>

<file path=customXml/itemProps2.xml><?xml version="1.0" encoding="utf-8"?>
<ds:datastoreItem xmlns:ds="http://schemas.openxmlformats.org/officeDocument/2006/customXml" ds:itemID="{A97C25D3-0E80-4709-B169-65E58EC238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e626b82-2e62-4b56-b4f0-2eb243f478f4"/>
    <ds:schemaRef ds:uri="230e9df3-be65-4c73-a93b-d1236ebd677e"/>
    <ds:schemaRef ds:uri="543e3375-4853-4ccc-a3e2-1512ebb9c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070BEB4-FB24-4E84-B3BB-971EAA4E97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 ds:uri="9e626b82-2e62-4b56-b4f0-2eb243f478f4"/>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7</TotalTime>
  <Words>14</Words>
  <Application>Microsoft Office PowerPoint</Application>
  <PresentationFormat>Widescreen</PresentationFormat>
  <Paragraphs>5</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Shoji</vt:lpstr>
      <vt:lpstr>AI 기술이 경력보다 중요해지는 시대</vt:lpstr>
      <vt:lpstr>AI 기술이 경력보다 중요해지는 시대</vt:lpstr>
      <vt:lpstr>AI 기술의 중요성 증가</vt:lpstr>
      <vt:lpstr>직장 내 AI 도구 활용</vt:lpstr>
      <vt:lpstr>AI 전문 인력 수요 급증</vt:lpstr>
      <vt:lpstr>AI 슈퍼 유저의 등장</vt:lpstr>
      <vt:lpstr>교육과 기업의 대응 필요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Ziv Yang</cp:lastModifiedBy>
  <cp:revision>2</cp:revision>
  <dcterms:created xsi:type="dcterms:W3CDTF">2025-08-04T19:19:33Z</dcterms:created>
  <dcterms:modified xsi:type="dcterms:W3CDTF">2025-11-07T17:41:38Z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0x010100F70BD21B179B1749B10B6700D890B8C6</vt:lpwstr>
  </property>
  <property fmtid="{D5CDD505-2E9C-101B-9397-08002B2CF9AE}" pid="3" name="MediaServiceImageTags">
    <vt:lpwstr/>
  </property>
</Properties>
</file>